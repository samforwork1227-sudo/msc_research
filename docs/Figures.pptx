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9"/>
  </p:notesMasterIdLst>
  <p:sldIdLst>
    <p:sldId id="258" r:id="rId2"/>
    <p:sldId id="256" r:id="rId3"/>
    <p:sldId id="261" r:id="rId4"/>
    <p:sldId id="260" r:id="rId5"/>
    <p:sldId id="262" r:id="rId6"/>
    <p:sldId id="259" r:id="rId7"/>
    <p:sldId id="257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terial and methods" id="{4650D454-04A3-4F46-96E8-8766D7B64527}">
          <p14:sldIdLst>
            <p14:sldId id="258"/>
          </p14:sldIdLst>
        </p14:section>
        <p14:section name="Results" id="{D7D8175E-3F6D-4FF9-9D25-E0C60E0B7EA2}">
          <p14:sldIdLst>
            <p14:sldId id="256"/>
            <p14:sldId id="261"/>
            <p14:sldId id="260"/>
            <p14:sldId id="262"/>
            <p14:sldId id="259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B5B5"/>
    <a:srgbClr val="F2F2F2"/>
    <a:srgbClr val="FEF6D9"/>
    <a:srgbClr val="A28A38"/>
    <a:srgbClr val="DEEFD8"/>
    <a:srgbClr val="8FB27E"/>
    <a:srgbClr val="345AA4"/>
    <a:srgbClr val="DFEAFB"/>
    <a:srgbClr val="00AF00"/>
    <a:srgbClr val="F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ACEED-73EF-403A-8392-415A87B4B831}" v="125" dt="2026-07-08T11:19:30.559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75" autoAdjust="0"/>
  </p:normalViewPr>
  <p:slideViewPr>
    <p:cSldViewPr snapToGrid="0" showGuides="1">
      <p:cViewPr varScale="1">
        <p:scale>
          <a:sx n="53" d="100"/>
          <a:sy n="53" d="100"/>
        </p:scale>
        <p:origin x="2040" y="2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佳妤 凃" userId="39b8f5b1ceed89e2" providerId="LiveId" clId="{310ACEED-73EF-403A-8392-415A87B4B831}"/>
    <pc:docChg chg="undo redo custSel addSld delSld modSld sldOrd addSection modSection">
      <pc:chgData name="佳妤 凃" userId="39b8f5b1ceed89e2" providerId="LiveId" clId="{310ACEED-73EF-403A-8392-415A87B4B831}" dt="2026-07-08T11:19:30.559" v="2049" actId="164"/>
      <pc:docMkLst>
        <pc:docMk/>
      </pc:docMkLst>
      <pc:sldChg chg="addSp delSp modSp new mod ord">
        <pc:chgData name="佳妤 凃" userId="39b8f5b1ceed89e2" providerId="LiveId" clId="{310ACEED-73EF-403A-8392-415A87B4B831}" dt="2026-06-28T13:53:01.774" v="1919" actId="164"/>
        <pc:sldMkLst>
          <pc:docMk/>
          <pc:sldMk cId="1595912103" sldId="256"/>
        </pc:sldMkLst>
        <pc:spChg chg="del">
          <ac:chgData name="佳妤 凃" userId="39b8f5b1ceed89e2" providerId="LiveId" clId="{310ACEED-73EF-403A-8392-415A87B4B831}" dt="2026-06-21T11:23:06.892" v="18" actId="478"/>
          <ac:spMkLst>
            <pc:docMk/>
            <pc:sldMk cId="1595912103" sldId="256"/>
            <ac:spMk id="2" creationId="{D61776A7-2071-44AD-89B2-A3EFCA81CD8A}"/>
          </ac:spMkLst>
        </pc:spChg>
        <pc:spChg chg="del">
          <ac:chgData name="佳妤 凃" userId="39b8f5b1ceed89e2" providerId="LiveId" clId="{310ACEED-73EF-403A-8392-415A87B4B831}" dt="2026-06-21T11:23:06.892" v="18" actId="478"/>
          <ac:spMkLst>
            <pc:docMk/>
            <pc:sldMk cId="1595912103" sldId="256"/>
            <ac:spMk id="3" creationId="{05FD5EAA-F99E-4C4B-A9D8-E9EA81E6EEEE}"/>
          </ac:spMkLst>
        </pc:spChg>
        <pc:spChg chg="add del mod">
          <ac:chgData name="佳妤 凃" userId="39b8f5b1ceed89e2" providerId="LiveId" clId="{310ACEED-73EF-403A-8392-415A87B4B831}" dt="2026-06-21T21:42:39.952" v="487" actId="478"/>
          <ac:spMkLst>
            <pc:docMk/>
            <pc:sldMk cId="1595912103" sldId="256"/>
            <ac:spMk id="5" creationId="{2C3DCDAB-96CC-43E4-A37D-01959DFAA8E9}"/>
          </ac:spMkLst>
        </pc:spChg>
        <pc:spChg chg="mod">
          <ac:chgData name="佳妤 凃" userId="39b8f5b1ceed89e2" providerId="LiveId" clId="{310ACEED-73EF-403A-8392-415A87B4B831}" dt="2026-06-21T15:10:20.181" v="378" actId="692"/>
          <ac:spMkLst>
            <pc:docMk/>
            <pc:sldMk cId="1595912103" sldId="256"/>
            <ac:spMk id="9" creationId="{9E81DC6D-CE3D-472A-9477-6F0B35890DC3}"/>
          </ac:spMkLst>
        </pc:spChg>
        <pc:spChg chg="mod">
          <ac:chgData name="佳妤 凃" userId="39b8f5b1ceed89e2" providerId="LiveId" clId="{310ACEED-73EF-403A-8392-415A87B4B831}" dt="2026-06-21T15:10:20.181" v="378" actId="692"/>
          <ac:spMkLst>
            <pc:docMk/>
            <pc:sldMk cId="1595912103" sldId="256"/>
            <ac:spMk id="11" creationId="{FE1A54C4-6F4C-438F-9331-25DC80563622}"/>
          </ac:spMkLst>
        </pc:spChg>
        <pc:spChg chg="mod">
          <ac:chgData name="佳妤 凃" userId="39b8f5b1ceed89e2" providerId="LiveId" clId="{310ACEED-73EF-403A-8392-415A87B4B831}" dt="2026-06-21T15:10:20.181" v="378" actId="692"/>
          <ac:spMkLst>
            <pc:docMk/>
            <pc:sldMk cId="1595912103" sldId="256"/>
            <ac:spMk id="13" creationId="{975B4865-0E44-44A9-89A3-175FE2CB53E9}"/>
          </ac:spMkLst>
        </pc:spChg>
        <pc:spChg chg="mod">
          <ac:chgData name="佳妤 凃" userId="39b8f5b1ceed89e2" providerId="LiveId" clId="{310ACEED-73EF-403A-8392-415A87B4B831}" dt="2026-06-21T15:10:20.181" v="378" actId="692"/>
          <ac:spMkLst>
            <pc:docMk/>
            <pc:sldMk cId="1595912103" sldId="256"/>
            <ac:spMk id="15" creationId="{774F3FDA-D93A-40B1-9766-A10BB42FDAB8}"/>
          </ac:spMkLst>
        </pc:spChg>
        <pc:spChg chg="add del mod">
          <ac:chgData name="佳妤 凃" userId="39b8f5b1ceed89e2" providerId="LiveId" clId="{310ACEED-73EF-403A-8392-415A87B4B831}" dt="2026-06-21T21:42:39.952" v="487" actId="478"/>
          <ac:spMkLst>
            <pc:docMk/>
            <pc:sldMk cId="1595912103" sldId="256"/>
            <ac:spMk id="17" creationId="{FADBEE8D-0557-47CC-8D12-3DC20BE1B44F}"/>
          </ac:spMkLst>
        </pc:spChg>
        <pc:spChg chg="add mod ord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18" creationId="{C99AAB64-B95F-4CE5-8D08-E6BEE04D33BE}"/>
          </ac:spMkLst>
        </pc:spChg>
        <pc:spChg chg="add mod ord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19" creationId="{730F0FA2-C575-41AD-A929-DFA484216A3B}"/>
          </ac:spMkLst>
        </pc:spChg>
        <pc:spChg chg="add del mod">
          <ac:chgData name="佳妤 凃" userId="39b8f5b1ceed89e2" providerId="LiveId" clId="{310ACEED-73EF-403A-8392-415A87B4B831}" dt="2026-06-21T21:42:39.952" v="487" actId="478"/>
          <ac:spMkLst>
            <pc:docMk/>
            <pc:sldMk cId="1595912103" sldId="256"/>
            <ac:spMk id="20" creationId="{E7002D1B-2887-4B0F-AE95-A48204001E40}"/>
          </ac:spMkLst>
        </pc:spChg>
        <pc:spChg chg="add mod ord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20" creationId="{EC49C6CD-CE2C-4E9E-9613-579F9B930CDA}"/>
          </ac:spMkLst>
        </pc:spChg>
        <pc:spChg chg="add del mod topLvl">
          <ac:chgData name="佳妤 凃" userId="39b8f5b1ceed89e2" providerId="LiveId" clId="{310ACEED-73EF-403A-8392-415A87B4B831}" dt="2026-06-21T11:29:34.575" v="68" actId="478"/>
          <ac:spMkLst>
            <pc:docMk/>
            <pc:sldMk cId="1595912103" sldId="256"/>
            <ac:spMk id="32" creationId="{7180943E-347C-421F-9663-75A43779FFAD}"/>
          </ac:spMkLst>
        </pc:spChg>
        <pc:spChg chg="mod topLvl">
          <ac:chgData name="佳妤 凃" userId="39b8f5b1ceed89e2" providerId="LiveId" clId="{310ACEED-73EF-403A-8392-415A87B4B831}" dt="2026-06-21T15:10:20.181" v="378" actId="692"/>
          <ac:spMkLst>
            <pc:docMk/>
            <pc:sldMk cId="1595912103" sldId="256"/>
            <ac:spMk id="34" creationId="{4C4BC314-64C2-47EF-A629-13273D5860F4}"/>
          </ac:spMkLst>
        </pc:spChg>
        <pc:spChg chg="mod topLvl">
          <ac:chgData name="佳妤 凃" userId="39b8f5b1ceed89e2" providerId="LiveId" clId="{310ACEED-73EF-403A-8392-415A87B4B831}" dt="2026-06-21T15:10:20.181" v="378" actId="692"/>
          <ac:spMkLst>
            <pc:docMk/>
            <pc:sldMk cId="1595912103" sldId="256"/>
            <ac:spMk id="36" creationId="{DF182A51-DBCE-437B-92CD-E461E3431BF3}"/>
          </ac:spMkLst>
        </pc:spChg>
        <pc:spChg chg="mod topLvl">
          <ac:chgData name="佳妤 凃" userId="39b8f5b1ceed89e2" providerId="LiveId" clId="{310ACEED-73EF-403A-8392-415A87B4B831}" dt="2026-06-21T15:10:20.181" v="378" actId="692"/>
          <ac:spMkLst>
            <pc:docMk/>
            <pc:sldMk cId="1595912103" sldId="256"/>
            <ac:spMk id="38" creationId="{9B50FF33-669A-462A-8C61-8542BAB8C603}"/>
          </ac:spMkLst>
        </pc:spChg>
        <pc:spChg chg="add del mod">
          <ac:chgData name="佳妤 凃" userId="39b8f5b1ceed89e2" providerId="LiveId" clId="{310ACEED-73EF-403A-8392-415A87B4B831}" dt="2026-06-21T17:21:42.580" v="384" actId="478"/>
          <ac:spMkLst>
            <pc:docMk/>
            <pc:sldMk cId="1595912103" sldId="256"/>
            <ac:spMk id="53" creationId="{C1B0B98B-D7AF-40C3-AC6F-DFF27BD9FF8C}"/>
          </ac:spMkLst>
        </pc:spChg>
        <pc:spChg chg="add del 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54" creationId="{4A409E34-C852-411B-A6D1-47DFDF05A384}"/>
          </ac:spMkLst>
        </pc:spChg>
        <pc:spChg chg="add del mod">
          <ac:chgData name="佳妤 凃" userId="39b8f5b1ceed89e2" providerId="LiveId" clId="{310ACEED-73EF-403A-8392-415A87B4B831}" dt="2026-06-21T15:08:53.763" v="371" actId="478"/>
          <ac:spMkLst>
            <pc:docMk/>
            <pc:sldMk cId="1595912103" sldId="256"/>
            <ac:spMk id="68" creationId="{97D95BBB-F56D-46B2-9A79-E4A63187279C}"/>
          </ac:spMkLst>
        </pc:spChg>
        <pc:spChg chg="add del mod">
          <ac:chgData name="佳妤 凃" userId="39b8f5b1ceed89e2" providerId="LiveId" clId="{310ACEED-73EF-403A-8392-415A87B4B831}" dt="2026-06-21T15:08:53.763" v="371" actId="478"/>
          <ac:spMkLst>
            <pc:docMk/>
            <pc:sldMk cId="1595912103" sldId="256"/>
            <ac:spMk id="69" creationId="{CBFCF262-E953-42C4-AEE7-5636081F25A6}"/>
          </ac:spMkLst>
        </pc:spChg>
        <pc:spChg chg="add del mod">
          <ac:chgData name="佳妤 凃" userId="39b8f5b1ceed89e2" providerId="LiveId" clId="{310ACEED-73EF-403A-8392-415A87B4B831}" dt="2026-06-21T15:08:53.763" v="371" actId="478"/>
          <ac:spMkLst>
            <pc:docMk/>
            <pc:sldMk cId="1595912103" sldId="256"/>
            <ac:spMk id="70" creationId="{20012E5B-88D6-4DB9-B687-E22159EA5F42}"/>
          </ac:spMkLst>
        </pc:spChg>
        <pc:spChg chg="add del mod">
          <ac:chgData name="佳妤 凃" userId="39b8f5b1ceed89e2" providerId="LiveId" clId="{310ACEED-73EF-403A-8392-415A87B4B831}" dt="2026-06-21T15:08:53.763" v="371" actId="478"/>
          <ac:spMkLst>
            <pc:docMk/>
            <pc:sldMk cId="1595912103" sldId="256"/>
            <ac:spMk id="71" creationId="{B256D8DF-902C-4F97-AE81-10191D84ED3B}"/>
          </ac:spMkLst>
        </pc:spChg>
        <pc:spChg chg="add del mod">
          <ac:chgData name="佳妤 凃" userId="39b8f5b1ceed89e2" providerId="LiveId" clId="{310ACEED-73EF-403A-8392-415A87B4B831}" dt="2026-06-21T15:08:53.763" v="371" actId="478"/>
          <ac:spMkLst>
            <pc:docMk/>
            <pc:sldMk cId="1595912103" sldId="256"/>
            <ac:spMk id="72" creationId="{452E870C-AD10-46FC-AE86-09E633DFB21A}"/>
          </ac:spMkLst>
        </pc:spChg>
        <pc:spChg chg="add del mod">
          <ac:chgData name="佳妤 凃" userId="39b8f5b1ceed89e2" providerId="LiveId" clId="{310ACEED-73EF-403A-8392-415A87B4B831}" dt="2026-06-21T15:08:53.763" v="371" actId="478"/>
          <ac:spMkLst>
            <pc:docMk/>
            <pc:sldMk cId="1595912103" sldId="256"/>
            <ac:spMk id="73" creationId="{4CD3361D-4316-4B99-87B1-A5ED5215FBC3}"/>
          </ac:spMkLst>
        </pc:spChg>
        <pc:spChg chg="add del">
          <ac:chgData name="佳妤 凃" userId="39b8f5b1ceed89e2" providerId="LiveId" clId="{310ACEED-73EF-403A-8392-415A87B4B831}" dt="2026-06-21T15:10:42.339" v="382" actId="478"/>
          <ac:spMkLst>
            <pc:docMk/>
            <pc:sldMk cId="1595912103" sldId="256"/>
            <ac:spMk id="74" creationId="{79109465-5C06-468E-858B-9625CD57697C}"/>
          </ac:spMkLst>
        </pc:spChg>
        <pc:spChg chg="add del">
          <ac:chgData name="佳妤 凃" userId="39b8f5b1ceed89e2" providerId="LiveId" clId="{310ACEED-73EF-403A-8392-415A87B4B831}" dt="2026-06-21T15:10:41.252" v="381" actId="478"/>
          <ac:spMkLst>
            <pc:docMk/>
            <pc:sldMk cId="1595912103" sldId="256"/>
            <ac:spMk id="75" creationId="{2D1D7E91-63ED-482D-AD0E-6328B22F4986}"/>
          </ac:spMkLst>
        </pc:spChg>
        <pc:spChg chg="add 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80" creationId="{3A420F25-7CC9-4E8E-BF5C-918470E57FBE}"/>
          </ac:spMkLst>
        </pc:spChg>
        <pc:spChg chg="add 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81" creationId="{51FA1A3B-B3A0-43B6-AE84-D54B10F17CC3}"/>
          </ac:spMkLst>
        </pc:spChg>
        <pc:spChg chg="add 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82" creationId="{5BE72FA8-4B2F-4125-9F62-C833B8E520E8}"/>
          </ac:spMkLst>
        </pc:spChg>
        <pc:spChg chg="add mod">
          <ac:chgData name="佳妤 凃" userId="39b8f5b1ceed89e2" providerId="LiveId" clId="{310ACEED-73EF-403A-8392-415A87B4B831}" dt="2026-06-21T21:14:20.599" v="411" actId="571"/>
          <ac:spMkLst>
            <pc:docMk/>
            <pc:sldMk cId="1595912103" sldId="256"/>
            <ac:spMk id="83" creationId="{73785C6F-8C46-432F-8462-EE4776BFC13E}"/>
          </ac:spMkLst>
        </pc:spChg>
        <pc:spChg chg="add mod">
          <ac:chgData name="佳妤 凃" userId="39b8f5b1ceed89e2" providerId="LiveId" clId="{310ACEED-73EF-403A-8392-415A87B4B831}" dt="2026-06-21T21:14:20.599" v="411" actId="571"/>
          <ac:spMkLst>
            <pc:docMk/>
            <pc:sldMk cId="1595912103" sldId="256"/>
            <ac:spMk id="84" creationId="{9988CC31-4DAB-4E90-9437-6039C37F2AA6}"/>
          </ac:spMkLst>
        </pc:spChg>
        <pc:spChg chg="add del mod">
          <ac:chgData name="佳妤 凃" userId="39b8f5b1ceed89e2" providerId="LiveId" clId="{310ACEED-73EF-403A-8392-415A87B4B831}" dt="2026-06-21T21:22:39.991" v="442" actId="478"/>
          <ac:spMkLst>
            <pc:docMk/>
            <pc:sldMk cId="1595912103" sldId="256"/>
            <ac:spMk id="85" creationId="{140FB4C7-24A4-44B6-AA15-3741E376D017}"/>
          </ac:spMkLst>
        </pc:spChg>
        <pc:spChg chg="add del mod">
          <ac:chgData name="佳妤 凃" userId="39b8f5b1ceed89e2" providerId="LiveId" clId="{310ACEED-73EF-403A-8392-415A87B4B831}" dt="2026-06-21T21:20:47.902" v="423"/>
          <ac:spMkLst>
            <pc:docMk/>
            <pc:sldMk cId="1595912103" sldId="256"/>
            <ac:spMk id="86" creationId="{61977921-D3A8-4C03-A12E-099172FCAC30}"/>
          </ac:spMkLst>
        </pc:spChg>
        <pc:spChg chg="add 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87" creationId="{98623322-1867-4C9F-A3BB-8FC04CD23DFB}"/>
          </ac:spMkLst>
        </pc:spChg>
        <pc:spChg chg="add del">
          <ac:chgData name="佳妤 凃" userId="39b8f5b1ceed89e2" providerId="LiveId" clId="{310ACEED-73EF-403A-8392-415A87B4B831}" dt="2026-06-21T21:38:55.236" v="456" actId="478"/>
          <ac:spMkLst>
            <pc:docMk/>
            <pc:sldMk cId="1595912103" sldId="256"/>
            <ac:spMk id="94" creationId="{EFC7085B-CAAD-499F-AA03-AD32F2B0224A}"/>
          </ac:spMkLst>
        </pc:spChg>
        <pc:spChg chg="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98" creationId="{B75052C1-610F-4BCD-87FB-380608490876}"/>
          </ac:spMkLst>
        </pc:spChg>
        <pc:spChg chg="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99" creationId="{89222AFC-E5BD-4140-AE7C-57E7ED5CC43B}"/>
          </ac:spMkLst>
        </pc:spChg>
        <pc:spChg chg="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100" creationId="{C57A334C-F75A-409D-BFAF-11F743CD0F35}"/>
          </ac:spMkLst>
        </pc:spChg>
        <pc:spChg chg="del mod">
          <ac:chgData name="佳妤 凃" userId="39b8f5b1ceed89e2" providerId="LiveId" clId="{310ACEED-73EF-403A-8392-415A87B4B831}" dt="2026-06-21T21:44:20.719" v="508" actId="478"/>
          <ac:spMkLst>
            <pc:docMk/>
            <pc:sldMk cId="1595912103" sldId="256"/>
            <ac:spMk id="101" creationId="{BB98EB59-ABC5-4950-9B4B-CE9EACEEAAF2}"/>
          </ac:spMkLst>
        </pc:spChg>
        <pc:spChg chg="mod ord topLvl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102" creationId="{5712E8DB-5316-414E-A7C1-75D3247EDB13}"/>
          </ac:spMkLst>
        </pc:spChg>
        <pc:spChg chg="add mod">
          <ac:chgData name="佳妤 凃" userId="39b8f5b1ceed89e2" providerId="LiveId" clId="{310ACEED-73EF-403A-8392-415A87B4B831}" dt="2026-06-28T13:53:01.774" v="1919" actId="164"/>
          <ac:spMkLst>
            <pc:docMk/>
            <pc:sldMk cId="1595912103" sldId="256"/>
            <ac:spMk id="103" creationId="{9B1AC1BA-83FD-44B6-B3D1-6D61EBE0A142}"/>
          </ac:spMkLst>
        </pc:spChg>
        <pc:spChg chg="add del mod">
          <ac:chgData name="佳妤 凃" userId="39b8f5b1ceed89e2" providerId="LiveId" clId="{310ACEED-73EF-403A-8392-415A87B4B831}" dt="2026-06-22T10:38:19.147" v="613" actId="478"/>
          <ac:spMkLst>
            <pc:docMk/>
            <pc:sldMk cId="1595912103" sldId="256"/>
            <ac:spMk id="104" creationId="{1890F5D7-3452-465E-9186-623FC61E0AFA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09" creationId="{0F63B2DF-64EC-4976-8CDE-D722425BF99E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10" creationId="{12A9924F-85A7-49F5-BA58-AC534225FBF6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11" creationId="{F3CB3344-5BA2-41CE-9CFB-B15CC070C5A4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12" creationId="{0299EF66-C54E-477A-B4B4-B40ED070DB82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13" creationId="{0D4D35B7-B1E4-4770-96CF-593BA11015BA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17" creationId="{AAC481B9-E8C1-45EA-B5F6-5ED680ED79D1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18" creationId="{C2025B45-DF5F-4AB4-936E-B4D3DF64AF0E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19" creationId="{C088CA52-1E47-4EDC-A246-29F1DA51D76C}"/>
          </ac:spMkLst>
        </pc:spChg>
        <pc:spChg chg="mod">
          <ac:chgData name="佳妤 凃" userId="39b8f5b1ceed89e2" providerId="LiveId" clId="{310ACEED-73EF-403A-8392-415A87B4B831}" dt="2026-06-21T21:54:13.150" v="562"/>
          <ac:spMkLst>
            <pc:docMk/>
            <pc:sldMk cId="1595912103" sldId="256"/>
            <ac:spMk id="120" creationId="{5BEA505E-B6DA-4815-A5DD-0E16CF00FD5F}"/>
          </ac:spMkLst>
        </pc:spChg>
        <pc:grpChg chg="add del mod">
          <ac:chgData name="佳妤 凃" userId="39b8f5b1ceed89e2" providerId="LiveId" clId="{310ACEED-73EF-403A-8392-415A87B4B831}" dt="2026-06-28T13:50:54.374" v="1905" actId="165"/>
          <ac:grpSpMkLst>
            <pc:docMk/>
            <pc:sldMk cId="1595912103" sldId="256"/>
            <ac:grpSpMk id="2" creationId="{78147053-92D0-416D-A7C3-B19D1826A112}"/>
          </ac:grpSpMkLst>
        </pc:grpChg>
        <pc:grpChg chg="add mod">
          <ac:chgData name="佳妤 凃" userId="39b8f5b1ceed89e2" providerId="LiveId" clId="{310ACEED-73EF-403A-8392-415A87B4B831}" dt="2026-06-28T13:53:01.774" v="1919" actId="164"/>
          <ac:grpSpMkLst>
            <pc:docMk/>
            <pc:sldMk cId="1595912103" sldId="256"/>
            <ac:grpSpMk id="3" creationId="{B48BCF4D-B922-4F9F-8F10-08992C7D3806}"/>
          </ac:grpSpMkLst>
        </pc:grpChg>
        <pc:grpChg chg="add del mod">
          <ac:chgData name="佳妤 凃" userId="39b8f5b1ceed89e2" providerId="LiveId" clId="{310ACEED-73EF-403A-8392-415A87B4B831}" dt="2026-06-21T17:21:42.580" v="384" actId="478"/>
          <ac:grpSpMkLst>
            <pc:docMk/>
            <pc:sldMk cId="1595912103" sldId="256"/>
            <ac:grpSpMk id="6" creationId="{C3B4982D-08C3-4291-AC1D-257FD9EAA816}"/>
          </ac:grpSpMkLst>
        </pc:grpChg>
        <pc:grpChg chg="mod">
          <ac:chgData name="佳妤 凃" userId="39b8f5b1ceed89e2" providerId="LiveId" clId="{310ACEED-73EF-403A-8392-415A87B4B831}" dt="2026-06-21T11:20:40.305" v="1"/>
          <ac:grpSpMkLst>
            <pc:docMk/>
            <pc:sldMk cId="1595912103" sldId="256"/>
            <ac:grpSpMk id="7" creationId="{7AB938E5-7C54-485D-9C18-1413A24A104D}"/>
          </ac:grpSpMkLst>
        </pc:grpChg>
        <pc:grpChg chg="mod">
          <ac:chgData name="佳妤 凃" userId="39b8f5b1ceed89e2" providerId="LiveId" clId="{310ACEED-73EF-403A-8392-415A87B4B831}" dt="2026-06-21T11:20:40.305" v="1"/>
          <ac:grpSpMkLst>
            <pc:docMk/>
            <pc:sldMk cId="1595912103" sldId="256"/>
            <ac:grpSpMk id="10" creationId="{10F6BCCB-6193-4D3A-ACB3-E19030F91B90}"/>
          </ac:grpSpMkLst>
        </pc:grpChg>
        <pc:grpChg chg="add del mod">
          <ac:chgData name="佳妤 凃" userId="39b8f5b1ceed89e2" providerId="LiveId" clId="{310ACEED-73EF-403A-8392-415A87B4B831}" dt="2026-06-21T11:46:06.150" v="115" actId="165"/>
          <ac:grpSpMkLst>
            <pc:docMk/>
            <pc:sldMk cId="1595912103" sldId="256"/>
            <ac:grpSpMk id="29" creationId="{EB1A548E-A2E5-4BAD-B50D-B7E381B8772C}"/>
          </ac:grpSpMkLst>
        </pc:grpChg>
        <pc:grpChg chg="del mod topLvl">
          <ac:chgData name="佳妤 凃" userId="39b8f5b1ceed89e2" providerId="LiveId" clId="{310ACEED-73EF-403A-8392-415A87B4B831}" dt="2026-06-21T11:46:11.405" v="116" actId="165"/>
          <ac:grpSpMkLst>
            <pc:docMk/>
            <pc:sldMk cId="1595912103" sldId="256"/>
            <ac:grpSpMk id="30" creationId="{1C2BF7CD-EDBB-4261-BE4A-A01111E94460}"/>
          </ac:grpSpMkLst>
        </pc:grpChg>
        <pc:grpChg chg="del mod topLvl">
          <ac:chgData name="佳妤 凃" userId="39b8f5b1ceed89e2" providerId="LiveId" clId="{310ACEED-73EF-403A-8392-415A87B4B831}" dt="2026-06-21T11:46:16.550" v="117" actId="165"/>
          <ac:grpSpMkLst>
            <pc:docMk/>
            <pc:sldMk cId="1595912103" sldId="256"/>
            <ac:grpSpMk id="33" creationId="{FB4E3CFF-3BDB-46F8-9A3E-6B05DC3EF7C8}"/>
          </ac:grpSpMkLst>
        </pc:grpChg>
        <pc:grpChg chg="add del mod">
          <ac:chgData name="佳妤 凃" userId="39b8f5b1ceed89e2" providerId="LiveId" clId="{310ACEED-73EF-403A-8392-415A87B4B831}" dt="2026-06-21T17:21:42.580" v="384" actId="478"/>
          <ac:grpSpMkLst>
            <pc:docMk/>
            <pc:sldMk cId="1595912103" sldId="256"/>
            <ac:grpSpMk id="47" creationId="{4DD91085-560D-4F86-98CC-73BF1081779D}"/>
          </ac:grpSpMkLst>
        </pc:grpChg>
        <pc:grpChg chg="add del mod">
          <ac:chgData name="佳妤 凃" userId="39b8f5b1ceed89e2" providerId="LiveId" clId="{310ACEED-73EF-403A-8392-415A87B4B831}" dt="2026-06-21T17:21:42.580" v="384" actId="478"/>
          <ac:grpSpMkLst>
            <pc:docMk/>
            <pc:sldMk cId="1595912103" sldId="256"/>
            <ac:grpSpMk id="48" creationId="{80A29765-E9CD-4BF8-8530-379D8817883F}"/>
          </ac:grpSpMkLst>
        </pc:grpChg>
        <pc:grpChg chg="add del mod">
          <ac:chgData name="佳妤 凃" userId="39b8f5b1ceed89e2" providerId="LiveId" clId="{310ACEED-73EF-403A-8392-415A87B4B831}" dt="2026-06-21T21:46:32.166" v="528" actId="165"/>
          <ac:grpSpMkLst>
            <pc:docMk/>
            <pc:sldMk cId="1595912103" sldId="256"/>
            <ac:grpSpMk id="88" creationId="{3D614B2F-BA90-4AC1-A436-E62181576A65}"/>
          </ac:grpSpMkLst>
        </pc:grpChg>
        <pc:grpChg chg="add del mod">
          <ac:chgData name="佳妤 凃" userId="39b8f5b1ceed89e2" providerId="LiveId" clId="{310ACEED-73EF-403A-8392-415A87B4B831}" dt="2026-06-21T21:46:27.173" v="527" actId="165"/>
          <ac:grpSpMkLst>
            <pc:docMk/>
            <pc:sldMk cId="1595912103" sldId="256"/>
            <ac:grpSpMk id="97" creationId="{AA85BF86-A78F-4A35-B4F9-381854F58345}"/>
          </ac:grpSpMkLst>
        </pc:grpChg>
        <pc:grpChg chg="add del mod ord topLvl">
          <ac:chgData name="佳妤 凃" userId="39b8f5b1ceed89e2" providerId="LiveId" clId="{310ACEED-73EF-403A-8392-415A87B4B831}" dt="2026-06-28T13:51:34.603" v="1910" actId="165"/>
          <ac:grpSpMkLst>
            <pc:docMk/>
            <pc:sldMk cId="1595912103" sldId="256"/>
            <ac:grpSpMk id="107" creationId="{024B31E3-4528-4D89-8781-8A40DDA81DBD}"/>
          </ac:grpSpMkLst>
        </pc:grpChg>
        <pc:grpChg chg="add mod">
          <ac:chgData name="佳妤 凃" userId="39b8f5b1ceed89e2" providerId="LiveId" clId="{310ACEED-73EF-403A-8392-415A87B4B831}" dt="2026-06-21T21:58:56.981" v="591" actId="164"/>
          <ac:grpSpMkLst>
            <pc:docMk/>
            <pc:sldMk cId="1595912103" sldId="256"/>
            <ac:grpSpMk id="108" creationId="{7DB18D58-1C39-4306-8F02-8C7B11857198}"/>
          </ac:grpSpMkLst>
        </pc:grpChg>
        <pc:grpChg chg="add del mod">
          <ac:chgData name="佳妤 凃" userId="39b8f5b1ceed89e2" providerId="LiveId" clId="{310ACEED-73EF-403A-8392-415A87B4B831}" dt="2026-06-22T10:38:19.147" v="613" actId="478"/>
          <ac:grpSpMkLst>
            <pc:docMk/>
            <pc:sldMk cId="1595912103" sldId="256"/>
            <ac:grpSpMk id="125" creationId="{22D8662C-F5A0-4956-BBA5-D5C7AC3A1240}"/>
          </ac:grpSpMkLst>
        </pc:grpChg>
        <pc:picChg chg="add mod ord">
          <ac:chgData name="佳妤 凃" userId="39b8f5b1ceed89e2" providerId="LiveId" clId="{310ACEED-73EF-403A-8392-415A87B4B831}" dt="2026-06-28T13:53:01.774" v="1919" actId="164"/>
          <ac:picMkLst>
            <pc:docMk/>
            <pc:sldMk cId="1595912103" sldId="256"/>
            <ac:picMk id="4" creationId="{1D688C70-15EC-43D5-B5A9-50751CD22AA8}"/>
          </ac:picMkLst>
        </pc:picChg>
        <pc:picChg chg="add del mod">
          <ac:chgData name="佳妤 凃" userId="39b8f5b1ceed89e2" providerId="LiveId" clId="{310ACEED-73EF-403A-8392-415A87B4B831}" dt="2026-06-21T12:07:52.098" v="229" actId="478"/>
          <ac:picMkLst>
            <pc:docMk/>
            <pc:sldMk cId="1595912103" sldId="256"/>
            <ac:picMk id="4" creationId="{6E047824-8EF9-4882-8C38-F95BE59BA570}"/>
          </ac:picMkLst>
        </pc:picChg>
        <pc:picChg chg="add del mod">
          <ac:chgData name="佳妤 凃" userId="39b8f5b1ceed89e2" providerId="LiveId" clId="{310ACEED-73EF-403A-8392-415A87B4B831}" dt="2026-06-21T12:12:49.910" v="244" actId="478"/>
          <ac:picMkLst>
            <pc:docMk/>
            <pc:sldMk cId="1595912103" sldId="256"/>
            <ac:picMk id="16" creationId="{C6863486-3826-4E1C-99BB-4634655CCB0D}"/>
          </ac:picMkLst>
        </pc:picChg>
        <pc:picChg chg="add del mod">
          <ac:chgData name="佳妤 凃" userId="39b8f5b1ceed89e2" providerId="LiveId" clId="{310ACEED-73EF-403A-8392-415A87B4B831}" dt="2026-06-21T12:13:24.174" v="255" actId="478"/>
          <ac:picMkLst>
            <pc:docMk/>
            <pc:sldMk cId="1595912103" sldId="256"/>
            <ac:picMk id="19" creationId="{9B696DBB-4F84-4525-84AB-789D527250FC}"/>
          </ac:picMkLst>
        </pc:picChg>
        <pc:picChg chg="add del mod">
          <ac:chgData name="佳妤 凃" userId="39b8f5b1ceed89e2" providerId="LiveId" clId="{310ACEED-73EF-403A-8392-415A87B4B831}" dt="2026-06-21T12:02:10.631" v="206" actId="478"/>
          <ac:picMkLst>
            <pc:docMk/>
            <pc:sldMk cId="1595912103" sldId="256"/>
            <ac:picMk id="40" creationId="{D17FB0D6-6FD8-4DB7-BDA3-D0DFF251FDCF}"/>
          </ac:picMkLst>
        </pc:picChg>
        <pc:picChg chg="add del mod">
          <ac:chgData name="佳妤 凃" userId="39b8f5b1ceed89e2" providerId="LiveId" clId="{310ACEED-73EF-403A-8392-415A87B4B831}" dt="2026-06-21T12:03:58.621" v="208" actId="478"/>
          <ac:picMkLst>
            <pc:docMk/>
            <pc:sldMk cId="1595912103" sldId="256"/>
            <ac:picMk id="44" creationId="{EA573E21-A96F-4D41-BD13-B45316F94098}"/>
          </ac:picMkLst>
        </pc:picChg>
        <pc:picChg chg="add del mod">
          <ac:chgData name="佳妤 凃" userId="39b8f5b1ceed89e2" providerId="LiveId" clId="{310ACEED-73EF-403A-8392-415A87B4B831}" dt="2026-06-21T12:06:35.427" v="225" actId="478"/>
          <ac:picMkLst>
            <pc:docMk/>
            <pc:sldMk cId="1595912103" sldId="256"/>
            <ac:picMk id="46" creationId="{290E174D-E89C-4ABD-BB88-BCA553A3182D}"/>
          </ac:picMkLst>
        </pc:picChg>
        <pc:picChg chg="add del mod">
          <ac:chgData name="佳妤 凃" userId="39b8f5b1ceed89e2" providerId="LiveId" clId="{310ACEED-73EF-403A-8392-415A87B4B831}" dt="2026-06-21T17:21:42.580" v="384" actId="478"/>
          <ac:picMkLst>
            <pc:docMk/>
            <pc:sldMk cId="1595912103" sldId="256"/>
            <ac:picMk id="56" creationId="{CFA62D1C-D2F0-4B42-BFEA-FF2C4533B248}"/>
          </ac:picMkLst>
        </pc:picChg>
        <pc:picChg chg="add del mod">
          <ac:chgData name="佳妤 凃" userId="39b8f5b1ceed89e2" providerId="LiveId" clId="{310ACEED-73EF-403A-8392-415A87B4B831}" dt="2026-06-21T17:21:42.580" v="384" actId="478"/>
          <ac:picMkLst>
            <pc:docMk/>
            <pc:sldMk cId="1595912103" sldId="256"/>
            <ac:picMk id="58" creationId="{E4FB9D43-EBD4-495A-B573-9B9B828C857E}"/>
          </ac:picMkLst>
        </pc:picChg>
        <pc:picChg chg="add del mod">
          <ac:chgData name="佳妤 凃" userId="39b8f5b1ceed89e2" providerId="LiveId" clId="{310ACEED-73EF-403A-8392-415A87B4B831}" dt="2026-06-21T17:21:42.580" v="384" actId="478"/>
          <ac:picMkLst>
            <pc:docMk/>
            <pc:sldMk cId="1595912103" sldId="256"/>
            <ac:picMk id="60" creationId="{B332D27A-FEA5-49EB-897F-AC32F27AAC01}"/>
          </ac:picMkLst>
        </pc:picChg>
        <pc:picChg chg="add del mod">
          <ac:chgData name="佳妤 凃" userId="39b8f5b1ceed89e2" providerId="LiveId" clId="{310ACEED-73EF-403A-8392-415A87B4B831}" dt="2026-06-21T17:21:42.580" v="384" actId="478"/>
          <ac:picMkLst>
            <pc:docMk/>
            <pc:sldMk cId="1595912103" sldId="256"/>
            <ac:picMk id="62" creationId="{A09D2492-08A9-46E1-AED7-7F1EB4168DC8}"/>
          </ac:picMkLst>
        </pc:picChg>
        <pc:picChg chg="add del mod">
          <ac:chgData name="佳妤 凃" userId="39b8f5b1ceed89e2" providerId="LiveId" clId="{310ACEED-73EF-403A-8392-415A87B4B831}" dt="2026-06-21T17:21:42.580" v="384" actId="478"/>
          <ac:picMkLst>
            <pc:docMk/>
            <pc:sldMk cId="1595912103" sldId="256"/>
            <ac:picMk id="64" creationId="{E8467FCE-1754-4F46-9FE3-BB3ECE958750}"/>
          </ac:picMkLst>
        </pc:picChg>
        <pc:picChg chg="add del mod">
          <ac:chgData name="佳妤 凃" userId="39b8f5b1ceed89e2" providerId="LiveId" clId="{310ACEED-73EF-403A-8392-415A87B4B831}" dt="2026-06-21T17:21:42.580" v="384" actId="478"/>
          <ac:picMkLst>
            <pc:docMk/>
            <pc:sldMk cId="1595912103" sldId="256"/>
            <ac:picMk id="66" creationId="{D4A83247-2865-4113-8EF0-76938EB278C0}"/>
          </ac:picMkLst>
        </pc:picChg>
        <pc:picChg chg="add del">
          <ac:chgData name="佳妤 凃" userId="39b8f5b1ceed89e2" providerId="LiveId" clId="{310ACEED-73EF-403A-8392-415A87B4B831}" dt="2026-06-21T17:22:30.329" v="391" actId="22"/>
          <ac:picMkLst>
            <pc:docMk/>
            <pc:sldMk cId="1595912103" sldId="256"/>
            <ac:picMk id="77" creationId="{66C65C19-AAD5-4612-95FF-D3FC4D178EC0}"/>
          </ac:picMkLst>
        </pc:picChg>
        <pc:picChg chg="add del mod">
          <ac:chgData name="佳妤 凃" userId="39b8f5b1ceed89e2" providerId="LiveId" clId="{310ACEED-73EF-403A-8392-415A87B4B831}" dt="2026-06-21T21:23:21.642" v="450" actId="478"/>
          <ac:picMkLst>
            <pc:docMk/>
            <pc:sldMk cId="1595912103" sldId="256"/>
            <ac:picMk id="79" creationId="{3B2D6432-79A4-4E68-9EBC-2D707390C619}"/>
          </ac:picMkLst>
        </pc:picChg>
        <pc:picChg chg="add mod ord topLvl">
          <ac:chgData name="佳妤 凃" userId="39b8f5b1ceed89e2" providerId="LiveId" clId="{310ACEED-73EF-403A-8392-415A87B4B831}" dt="2026-06-28T13:53:01.774" v="1919" actId="164"/>
          <ac:picMkLst>
            <pc:docMk/>
            <pc:sldMk cId="1595912103" sldId="256"/>
            <ac:picMk id="90" creationId="{0EE94F2B-833F-4375-B381-1617FBFBC194}"/>
          </ac:picMkLst>
        </pc:picChg>
        <pc:picChg chg="add mod ord topLvl modVis">
          <ac:chgData name="佳妤 凃" userId="39b8f5b1ceed89e2" providerId="LiveId" clId="{310ACEED-73EF-403A-8392-415A87B4B831}" dt="2026-06-28T13:53:01.774" v="1919" actId="164"/>
          <ac:picMkLst>
            <pc:docMk/>
            <pc:sldMk cId="1595912103" sldId="256"/>
            <ac:picMk id="92" creationId="{67B3ADA9-A224-4AFD-9F0A-825A060D4390}"/>
          </ac:picMkLst>
        </pc:picChg>
        <pc:picChg chg="add del mod">
          <ac:chgData name="佳妤 凃" userId="39b8f5b1ceed89e2" providerId="LiveId" clId="{310ACEED-73EF-403A-8392-415A87B4B831}" dt="2026-06-26T23:28:31.672" v="1855" actId="478"/>
          <ac:picMkLst>
            <pc:docMk/>
            <pc:sldMk cId="1595912103" sldId="256"/>
            <ac:picMk id="96" creationId="{B294DF29-7E55-4E7A-B341-13266B5E1135}"/>
          </ac:picMkLst>
        </pc:picChg>
        <pc:picChg chg="add mod">
          <ac:chgData name="佳妤 凃" userId="39b8f5b1ceed89e2" providerId="LiveId" clId="{310ACEED-73EF-403A-8392-415A87B4B831}" dt="2026-06-21T21:58:56.981" v="591" actId="164"/>
          <ac:picMkLst>
            <pc:docMk/>
            <pc:sldMk cId="1595912103" sldId="256"/>
            <ac:picMk id="106" creationId="{A9367CDA-8A06-467D-9EE4-D5E52B3AA3AC}"/>
          </ac:picMkLst>
        </pc:picChg>
        <pc:picChg chg="del mod">
          <ac:chgData name="佳妤 凃" userId="39b8f5b1ceed89e2" providerId="LiveId" clId="{310ACEED-73EF-403A-8392-415A87B4B831}" dt="2026-06-21T21:55:03.259" v="572" actId="478"/>
          <ac:picMkLst>
            <pc:docMk/>
            <pc:sldMk cId="1595912103" sldId="256"/>
            <ac:picMk id="114" creationId="{ABD4F029-4506-4E24-8CED-DFCBA06D66EA}"/>
          </ac:picMkLst>
        </pc:picChg>
        <pc:picChg chg="del mod">
          <ac:chgData name="佳妤 凃" userId="39b8f5b1ceed89e2" providerId="LiveId" clId="{310ACEED-73EF-403A-8392-415A87B4B831}" dt="2026-06-21T21:56:24.566" v="579" actId="478"/>
          <ac:picMkLst>
            <pc:docMk/>
            <pc:sldMk cId="1595912103" sldId="256"/>
            <ac:picMk id="115" creationId="{970571C0-7261-4BD9-BFB0-31C23A3A3A7E}"/>
          </ac:picMkLst>
        </pc:picChg>
        <pc:picChg chg="add del mod">
          <ac:chgData name="佳妤 凃" userId="39b8f5b1ceed89e2" providerId="LiveId" clId="{310ACEED-73EF-403A-8392-415A87B4B831}" dt="2026-06-21T21:58:37.969" v="590" actId="478"/>
          <ac:picMkLst>
            <pc:docMk/>
            <pc:sldMk cId="1595912103" sldId="256"/>
            <ac:picMk id="116" creationId="{189B8BDB-810E-4CEE-A612-A2AB231AFF16}"/>
          </ac:picMkLst>
        </pc:picChg>
        <pc:picChg chg="add mod ord">
          <ac:chgData name="佳妤 凃" userId="39b8f5b1ceed89e2" providerId="LiveId" clId="{310ACEED-73EF-403A-8392-415A87B4B831}" dt="2026-06-21T21:58:56.981" v="591" actId="164"/>
          <ac:picMkLst>
            <pc:docMk/>
            <pc:sldMk cId="1595912103" sldId="256"/>
            <ac:picMk id="122" creationId="{BAFB5D17-AE9B-4791-822F-F1677210C9C3}"/>
          </ac:picMkLst>
        </pc:picChg>
        <pc:picChg chg="add mod ord">
          <ac:chgData name="佳妤 凃" userId="39b8f5b1ceed89e2" providerId="LiveId" clId="{310ACEED-73EF-403A-8392-415A87B4B831}" dt="2026-06-21T21:58:56.981" v="591" actId="164"/>
          <ac:picMkLst>
            <pc:docMk/>
            <pc:sldMk cId="1595912103" sldId="256"/>
            <ac:picMk id="124" creationId="{0D247786-1D55-4E08-B34C-DFD0A7370E9E}"/>
          </ac:picMkLst>
        </pc:picChg>
        <pc:picChg chg="add mod topLvl">
          <ac:chgData name="佳妤 凃" userId="39b8f5b1ceed89e2" providerId="LiveId" clId="{310ACEED-73EF-403A-8392-415A87B4B831}" dt="2026-06-28T13:53:01.774" v="1919" actId="164"/>
          <ac:picMkLst>
            <pc:docMk/>
            <pc:sldMk cId="1595912103" sldId="256"/>
            <ac:picMk id="127" creationId="{769F44B5-C858-428C-90D1-393F459B2998}"/>
          </ac:picMkLst>
        </pc:picChg>
        <pc:picChg chg="add del mod">
          <ac:chgData name="佳妤 凃" userId="39b8f5b1ceed89e2" providerId="LiveId" clId="{310ACEED-73EF-403A-8392-415A87B4B831}" dt="2026-06-22T10:38:21.323" v="615" actId="478"/>
          <ac:picMkLst>
            <pc:docMk/>
            <pc:sldMk cId="1595912103" sldId="256"/>
            <ac:picMk id="129" creationId="{DD2D3DB5-9AEA-4118-9090-C07F2439EE1D}"/>
          </ac:picMkLst>
        </pc:picChg>
        <pc:cxnChg chg="mod">
          <ac:chgData name="佳妤 凃" userId="39b8f5b1ceed89e2" providerId="LiveId" clId="{310ACEED-73EF-403A-8392-415A87B4B831}" dt="2026-06-21T15:10:20.181" v="378" actId="692"/>
          <ac:cxnSpMkLst>
            <pc:docMk/>
            <pc:sldMk cId="1595912103" sldId="256"/>
            <ac:cxnSpMk id="8" creationId="{0757CEA4-7C11-4143-9541-8DDD5CA8DDB5}"/>
          </ac:cxnSpMkLst>
        </pc:cxnChg>
        <pc:cxnChg chg="mod">
          <ac:chgData name="佳妤 凃" userId="39b8f5b1ceed89e2" providerId="LiveId" clId="{310ACEED-73EF-403A-8392-415A87B4B831}" dt="2026-06-21T15:10:20.181" v="378" actId="692"/>
          <ac:cxnSpMkLst>
            <pc:docMk/>
            <pc:sldMk cId="1595912103" sldId="256"/>
            <ac:cxnSpMk id="12" creationId="{35EB406F-0107-4B37-8DF7-42DF061FA8F6}"/>
          </ac:cxnSpMkLst>
        </pc:cxnChg>
        <pc:cxnChg chg="mod">
          <ac:chgData name="佳妤 凃" userId="39b8f5b1ceed89e2" providerId="LiveId" clId="{310ACEED-73EF-403A-8392-415A87B4B831}" dt="2026-06-21T15:10:20.181" v="378" actId="692"/>
          <ac:cxnSpMkLst>
            <pc:docMk/>
            <pc:sldMk cId="1595912103" sldId="256"/>
            <ac:cxnSpMk id="14" creationId="{5BDDA5FB-69B7-4D32-A20A-ECDC57297A15}"/>
          </ac:cxnSpMkLst>
        </pc:cxnChg>
        <pc:cxnChg chg="add del mod">
          <ac:chgData name="佳妤 凃" userId="39b8f5b1ceed89e2" providerId="LiveId" clId="{310ACEED-73EF-403A-8392-415A87B4B831}" dt="2026-06-21T17:21:42.580" v="384" actId="478"/>
          <ac:cxnSpMkLst>
            <pc:docMk/>
            <pc:sldMk cId="1595912103" sldId="256"/>
            <ac:cxnSpMk id="18" creationId="{0FAE2AF0-F02F-4CA2-B7A4-8DF9AA7BF4AD}"/>
          </ac:cxnSpMkLst>
        </pc:cxnChg>
        <pc:cxnChg chg="add del mod">
          <ac:chgData name="佳妤 凃" userId="39b8f5b1ceed89e2" providerId="LiveId" clId="{310ACEED-73EF-403A-8392-415A87B4B831}" dt="2026-06-21T17:21:42.580" v="384" actId="478"/>
          <ac:cxnSpMkLst>
            <pc:docMk/>
            <pc:sldMk cId="1595912103" sldId="256"/>
            <ac:cxnSpMk id="21" creationId="{8777CD62-057E-43F7-8219-29BD9997F709}"/>
          </ac:cxnSpMkLst>
        </pc:cxnChg>
        <pc:cxnChg chg="add del mod">
          <ac:chgData name="佳妤 凃" userId="39b8f5b1ceed89e2" providerId="LiveId" clId="{310ACEED-73EF-403A-8392-415A87B4B831}" dt="2026-06-21T17:21:42.580" v="384" actId="478"/>
          <ac:cxnSpMkLst>
            <pc:docMk/>
            <pc:sldMk cId="1595912103" sldId="256"/>
            <ac:cxnSpMk id="28" creationId="{15D6262C-028B-4529-A49D-D82157DBAC6F}"/>
          </ac:cxnSpMkLst>
        </pc:cxnChg>
        <pc:cxnChg chg="add del mod topLvl">
          <ac:chgData name="佳妤 凃" userId="39b8f5b1ceed89e2" providerId="LiveId" clId="{310ACEED-73EF-403A-8392-415A87B4B831}" dt="2026-06-21T15:10:20.181" v="378" actId="692"/>
          <ac:cxnSpMkLst>
            <pc:docMk/>
            <pc:sldMk cId="1595912103" sldId="256"/>
            <ac:cxnSpMk id="31" creationId="{B5564DB3-A833-4319-B535-507CFE797253}"/>
          </ac:cxnSpMkLst>
        </pc:cxnChg>
        <pc:cxnChg chg="mod topLvl">
          <ac:chgData name="佳妤 凃" userId="39b8f5b1ceed89e2" providerId="LiveId" clId="{310ACEED-73EF-403A-8392-415A87B4B831}" dt="2026-06-21T15:10:20.181" v="378" actId="692"/>
          <ac:cxnSpMkLst>
            <pc:docMk/>
            <pc:sldMk cId="1595912103" sldId="256"/>
            <ac:cxnSpMk id="35" creationId="{BF97B7F1-2D71-45A8-836C-45B7AC67F089}"/>
          </ac:cxnSpMkLst>
        </pc:cxnChg>
        <pc:cxnChg chg="mod topLvl">
          <ac:chgData name="佳妤 凃" userId="39b8f5b1ceed89e2" providerId="LiveId" clId="{310ACEED-73EF-403A-8392-415A87B4B831}" dt="2026-06-21T15:10:20.181" v="378" actId="692"/>
          <ac:cxnSpMkLst>
            <pc:docMk/>
            <pc:sldMk cId="1595912103" sldId="256"/>
            <ac:cxnSpMk id="37" creationId="{5D8AA4AB-B9B2-431D-AC59-53707FBBEEC9}"/>
          </ac:cxnSpMkLst>
        </pc:cxnChg>
        <pc:cxnChg chg="add del mod">
          <ac:chgData name="佳妤 凃" userId="39b8f5b1ceed89e2" providerId="LiveId" clId="{310ACEED-73EF-403A-8392-415A87B4B831}" dt="2026-06-21T17:21:42.580" v="384" actId="478"/>
          <ac:cxnSpMkLst>
            <pc:docMk/>
            <pc:sldMk cId="1595912103" sldId="256"/>
            <ac:cxnSpMk id="42" creationId="{84A43E8C-A3DE-4D6A-BD63-D2E32791A6E8}"/>
          </ac:cxnSpMkLst>
        </pc:cxnChg>
        <pc:cxnChg chg="add del mod">
          <ac:chgData name="佳妤 凃" userId="39b8f5b1ceed89e2" providerId="LiveId" clId="{310ACEED-73EF-403A-8392-415A87B4B831}" dt="2026-06-21T17:21:42.580" v="384" actId="478"/>
          <ac:cxnSpMkLst>
            <pc:docMk/>
            <pc:sldMk cId="1595912103" sldId="256"/>
            <ac:cxnSpMk id="51" creationId="{2CB92D8F-D320-46C2-9394-A4A2253D4794}"/>
          </ac:cxnSpMkLst>
        </pc:cxnChg>
        <pc:cxnChg chg="add del mod">
          <ac:chgData name="佳妤 凃" userId="39b8f5b1ceed89e2" providerId="LiveId" clId="{310ACEED-73EF-403A-8392-415A87B4B831}" dt="2026-06-21T17:21:42.580" v="384" actId="478"/>
          <ac:cxnSpMkLst>
            <pc:docMk/>
            <pc:sldMk cId="1595912103" sldId="256"/>
            <ac:cxnSpMk id="52" creationId="{F370E576-F84D-42C7-9371-41AC0103C1E3}"/>
          </ac:cxnSpMkLst>
        </pc:cxnChg>
      </pc:sldChg>
      <pc:sldChg chg="addSp delSp modSp add mod ord">
        <pc:chgData name="佳妤 凃" userId="39b8f5b1ceed89e2" providerId="LiveId" clId="{310ACEED-73EF-403A-8392-415A87B4B831}" dt="2026-07-08T11:19:30.559" v="2049" actId="164"/>
        <pc:sldMkLst>
          <pc:docMk/>
          <pc:sldMk cId="351630199" sldId="257"/>
        </pc:sldMkLst>
        <pc:spChg chg="mod">
          <ac:chgData name="佳妤 凃" userId="39b8f5b1ceed89e2" providerId="LiveId" clId="{310ACEED-73EF-403A-8392-415A87B4B831}" dt="2026-07-08T11:15:23.007" v="2009" actId="165"/>
          <ac:spMkLst>
            <pc:docMk/>
            <pc:sldMk cId="351630199" sldId="257"/>
            <ac:spMk id="9" creationId="{9E81DC6D-CE3D-472A-9477-6F0B35890DC3}"/>
          </ac:spMkLst>
        </pc:spChg>
        <pc:spChg chg="mod">
          <ac:chgData name="佳妤 凃" userId="39b8f5b1ceed89e2" providerId="LiveId" clId="{310ACEED-73EF-403A-8392-415A87B4B831}" dt="2026-07-08T11:15:23.007" v="2009" actId="165"/>
          <ac:spMkLst>
            <pc:docMk/>
            <pc:sldMk cId="351630199" sldId="257"/>
            <ac:spMk id="11" creationId="{FE1A54C4-6F4C-438F-9331-25DC80563622}"/>
          </ac:spMkLst>
        </pc:spChg>
        <pc:spChg chg="mod">
          <ac:chgData name="佳妤 凃" userId="39b8f5b1ceed89e2" providerId="LiveId" clId="{310ACEED-73EF-403A-8392-415A87B4B831}" dt="2026-07-08T11:15:23.007" v="2009" actId="165"/>
          <ac:spMkLst>
            <pc:docMk/>
            <pc:sldMk cId="351630199" sldId="257"/>
            <ac:spMk id="13" creationId="{975B4865-0E44-44A9-89A3-175FE2CB53E9}"/>
          </ac:spMkLst>
        </pc:spChg>
        <pc:spChg chg="mod">
          <ac:chgData name="佳妤 凃" userId="39b8f5b1ceed89e2" providerId="LiveId" clId="{310ACEED-73EF-403A-8392-415A87B4B831}" dt="2026-07-08T11:15:23.007" v="2009" actId="165"/>
          <ac:spMkLst>
            <pc:docMk/>
            <pc:sldMk cId="351630199" sldId="257"/>
            <ac:spMk id="15" creationId="{774F3FDA-D93A-40B1-9766-A10BB42FDAB8}"/>
          </ac:spMkLst>
        </pc:spChg>
        <pc:spChg chg="mod">
          <ac:chgData name="佳妤 凃" userId="39b8f5b1ceed89e2" providerId="LiveId" clId="{310ACEED-73EF-403A-8392-415A87B4B831}" dt="2026-07-08T11:15:23.007" v="2009" actId="165"/>
          <ac:spMkLst>
            <pc:docMk/>
            <pc:sldMk cId="351630199" sldId="257"/>
            <ac:spMk id="34" creationId="{4C4BC314-64C2-47EF-A629-13273D5860F4}"/>
          </ac:spMkLst>
        </pc:spChg>
        <pc:spChg chg="mod">
          <ac:chgData name="佳妤 凃" userId="39b8f5b1ceed89e2" providerId="LiveId" clId="{310ACEED-73EF-403A-8392-415A87B4B831}" dt="2026-07-08T11:15:23.007" v="2009" actId="165"/>
          <ac:spMkLst>
            <pc:docMk/>
            <pc:sldMk cId="351630199" sldId="257"/>
            <ac:spMk id="36" creationId="{DF182A51-DBCE-437B-92CD-E461E3431BF3}"/>
          </ac:spMkLst>
        </pc:spChg>
        <pc:spChg chg="mod">
          <ac:chgData name="佳妤 凃" userId="39b8f5b1ceed89e2" providerId="LiveId" clId="{310ACEED-73EF-403A-8392-415A87B4B831}" dt="2026-07-08T11:15:23.007" v="2009" actId="165"/>
          <ac:spMkLst>
            <pc:docMk/>
            <pc:sldMk cId="351630199" sldId="257"/>
            <ac:spMk id="38" creationId="{9B50FF33-669A-462A-8C61-8542BAB8C603}"/>
          </ac:spMkLst>
        </pc:spChg>
        <pc:spChg chg="add mod">
          <ac:chgData name="佳妤 凃" userId="39b8f5b1ceed89e2" providerId="LiveId" clId="{310ACEED-73EF-403A-8392-415A87B4B831}" dt="2026-06-21T11:59:07.532" v="190" actId="1076"/>
          <ac:spMkLst>
            <pc:docMk/>
            <pc:sldMk cId="351630199" sldId="257"/>
            <ac:spMk id="45" creationId="{4ABD79B2-F389-4A49-9607-178AB8E05E38}"/>
          </ac:spMkLst>
        </pc:spChg>
        <pc:spChg chg="add mod topLvl">
          <ac:chgData name="佳妤 凃" userId="39b8f5b1ceed89e2" providerId="LiveId" clId="{310ACEED-73EF-403A-8392-415A87B4B831}" dt="2026-07-08T11:19:30.559" v="2049" actId="164"/>
          <ac:spMkLst>
            <pc:docMk/>
            <pc:sldMk cId="351630199" sldId="257"/>
            <ac:spMk id="49" creationId="{E29907EE-ECF5-4077-9305-192532341919}"/>
          </ac:spMkLst>
        </pc:spChg>
        <pc:spChg chg="add mod topLvl">
          <ac:chgData name="佳妤 凃" userId="39b8f5b1ceed89e2" providerId="LiveId" clId="{310ACEED-73EF-403A-8392-415A87B4B831}" dt="2026-07-08T11:19:30.559" v="2049" actId="164"/>
          <ac:spMkLst>
            <pc:docMk/>
            <pc:sldMk cId="351630199" sldId="257"/>
            <ac:spMk id="50" creationId="{4EE7CFDD-47BA-4069-B002-BCD2443E0E04}"/>
          </ac:spMkLst>
        </pc:spChg>
        <pc:spChg chg="mod topLvl">
          <ac:chgData name="佳妤 凃" userId="39b8f5b1ceed89e2" providerId="LiveId" clId="{310ACEED-73EF-403A-8392-415A87B4B831}" dt="2026-07-08T11:19:30.559" v="2049" actId="164"/>
          <ac:spMkLst>
            <pc:docMk/>
            <pc:sldMk cId="351630199" sldId="257"/>
            <ac:spMk id="53" creationId="{C1B0B98B-D7AF-40C3-AC6F-DFF27BD9FF8C}"/>
          </ac:spMkLst>
        </pc:spChg>
        <pc:grpChg chg="add del mod">
          <ac:chgData name="佳妤 凃" userId="39b8f5b1ceed89e2" providerId="LiveId" clId="{310ACEED-73EF-403A-8392-415A87B4B831}" dt="2026-07-08T11:15:23.007" v="2009" actId="165"/>
          <ac:grpSpMkLst>
            <pc:docMk/>
            <pc:sldMk cId="351630199" sldId="257"/>
            <ac:grpSpMk id="2" creationId="{9B5AD761-ECEA-4C6C-8854-D72E09239A1C}"/>
          </ac:grpSpMkLst>
        </pc:grpChg>
        <pc:grpChg chg="mod topLvl">
          <ac:chgData name="佳妤 凃" userId="39b8f5b1ceed89e2" providerId="LiveId" clId="{310ACEED-73EF-403A-8392-415A87B4B831}" dt="2026-07-08T11:19:30.559" v="2049" actId="164"/>
          <ac:grpSpMkLst>
            <pc:docMk/>
            <pc:sldMk cId="351630199" sldId="257"/>
            <ac:grpSpMk id="6" creationId="{C3B4982D-08C3-4291-AC1D-257FD9EAA816}"/>
          </ac:grpSpMkLst>
        </pc:grpChg>
        <pc:grpChg chg="mod">
          <ac:chgData name="佳妤 凃" userId="39b8f5b1ceed89e2" providerId="LiveId" clId="{310ACEED-73EF-403A-8392-415A87B4B831}" dt="2026-07-08T11:15:23.007" v="2009" actId="165"/>
          <ac:grpSpMkLst>
            <pc:docMk/>
            <pc:sldMk cId="351630199" sldId="257"/>
            <ac:grpSpMk id="7" creationId="{7AB938E5-7C54-485D-9C18-1413A24A104D}"/>
          </ac:grpSpMkLst>
        </pc:grpChg>
        <pc:grpChg chg="mod">
          <ac:chgData name="佳妤 凃" userId="39b8f5b1ceed89e2" providerId="LiveId" clId="{310ACEED-73EF-403A-8392-415A87B4B831}" dt="2026-07-08T11:15:23.007" v="2009" actId="165"/>
          <ac:grpSpMkLst>
            <pc:docMk/>
            <pc:sldMk cId="351630199" sldId="257"/>
            <ac:grpSpMk id="10" creationId="{10F6BCCB-6193-4D3A-ACB3-E19030F91B90}"/>
          </ac:grpSpMkLst>
        </pc:grpChg>
        <pc:grpChg chg="add mod">
          <ac:chgData name="佳妤 凃" userId="39b8f5b1ceed89e2" providerId="LiveId" clId="{310ACEED-73EF-403A-8392-415A87B4B831}" dt="2026-07-08T11:19:30.559" v="2049" actId="164"/>
          <ac:grpSpMkLst>
            <pc:docMk/>
            <pc:sldMk cId="351630199" sldId="257"/>
            <ac:grpSpMk id="32" creationId="{E969BB47-CC59-4DA2-A17A-F84893753BC0}"/>
          </ac:grpSpMkLst>
        </pc:grpChg>
        <pc:grpChg chg="mod topLvl">
          <ac:chgData name="佳妤 凃" userId="39b8f5b1ceed89e2" providerId="LiveId" clId="{310ACEED-73EF-403A-8392-415A87B4B831}" dt="2026-07-08T11:19:30.559" v="2049" actId="164"/>
          <ac:grpSpMkLst>
            <pc:docMk/>
            <pc:sldMk cId="351630199" sldId="257"/>
            <ac:grpSpMk id="47" creationId="{4DD91085-560D-4F86-98CC-73BF1081779D}"/>
          </ac:grpSpMkLst>
        </pc:grpChg>
        <pc:grpChg chg="mod topLvl">
          <ac:chgData name="佳妤 凃" userId="39b8f5b1ceed89e2" providerId="LiveId" clId="{310ACEED-73EF-403A-8392-415A87B4B831}" dt="2026-07-08T11:19:30.559" v="2049" actId="164"/>
          <ac:grpSpMkLst>
            <pc:docMk/>
            <pc:sldMk cId="351630199" sldId="257"/>
            <ac:grpSpMk id="48" creationId="{80A29765-E9CD-4BF8-8530-379D8817883F}"/>
          </ac:grpSpMkLst>
        </pc:grpChg>
        <pc:picChg chg="add del mod">
          <ac:chgData name="佳妤 凃" userId="39b8f5b1ceed89e2" providerId="LiveId" clId="{310ACEED-73EF-403A-8392-415A87B4B831}" dt="2026-07-08T11:09:09.862" v="1988" actId="478"/>
          <ac:picMkLst>
            <pc:docMk/>
            <pc:sldMk cId="351630199" sldId="257"/>
            <ac:picMk id="3" creationId="{39A8C464-5F90-44EC-81D3-ED2DB0154E09}"/>
          </ac:picMkLst>
        </pc:picChg>
        <pc:picChg chg="del">
          <ac:chgData name="佳妤 凃" userId="39b8f5b1ceed89e2" providerId="LiveId" clId="{310ACEED-73EF-403A-8392-415A87B4B831}" dt="2026-06-21T11:53:48.746" v="155" actId="478"/>
          <ac:picMkLst>
            <pc:docMk/>
            <pc:sldMk cId="351630199" sldId="257"/>
            <ac:picMk id="4" creationId="{6E047824-8EF9-4882-8C38-F95BE59BA570}"/>
          </ac:picMkLst>
        </pc:picChg>
        <pc:picChg chg="add mod">
          <ac:chgData name="佳妤 凃" userId="39b8f5b1ceed89e2" providerId="LiveId" clId="{310ACEED-73EF-403A-8392-415A87B4B831}" dt="2026-07-08T11:19:30.559" v="2049" actId="164"/>
          <ac:picMkLst>
            <pc:docMk/>
            <pc:sldMk cId="351630199" sldId="257"/>
            <ac:picMk id="16" creationId="{6760D775-75B9-40E6-8DD2-DE49B800E9B8}"/>
          </ac:picMkLst>
        </pc:picChg>
        <pc:picChg chg="del">
          <ac:chgData name="佳妤 凃" userId="39b8f5b1ceed89e2" providerId="LiveId" clId="{310ACEED-73EF-403A-8392-415A87B4B831}" dt="2026-06-21T11:56:43.470" v="162" actId="478"/>
          <ac:picMkLst>
            <pc:docMk/>
            <pc:sldMk cId="351630199" sldId="257"/>
            <ac:picMk id="16" creationId="{C6863486-3826-4E1C-99BB-4634655CCB0D}"/>
          </ac:picMkLst>
        </pc:picChg>
        <pc:picChg chg="del">
          <ac:chgData name="佳妤 凃" userId="39b8f5b1ceed89e2" providerId="LiveId" clId="{310ACEED-73EF-403A-8392-415A87B4B831}" dt="2026-06-21T11:57:51.957" v="164" actId="478"/>
          <ac:picMkLst>
            <pc:docMk/>
            <pc:sldMk cId="351630199" sldId="257"/>
            <ac:picMk id="19" creationId="{9B696DBB-4F84-4525-84AB-789D527250FC}"/>
          </ac:picMkLst>
        </pc:picChg>
        <pc:picChg chg="add mod ord">
          <ac:chgData name="佳妤 凃" userId="39b8f5b1ceed89e2" providerId="LiveId" clId="{310ACEED-73EF-403A-8392-415A87B4B831}" dt="2026-07-08T11:19:30.559" v="2049" actId="164"/>
          <ac:picMkLst>
            <pc:docMk/>
            <pc:sldMk cId="351630199" sldId="257"/>
            <ac:picMk id="22" creationId="{FFBB7FCA-3FCD-4530-89A2-CD9676ABEA0F}"/>
          </ac:picMkLst>
        </pc:picChg>
        <pc:picChg chg="add del mod">
          <ac:chgData name="佳妤 凃" userId="39b8f5b1ceed89e2" providerId="LiveId" clId="{310ACEED-73EF-403A-8392-415A87B4B831}" dt="2026-07-08T11:12:49.595" v="1999" actId="478"/>
          <ac:picMkLst>
            <pc:docMk/>
            <pc:sldMk cId="351630199" sldId="257"/>
            <ac:picMk id="23" creationId="{D6D3ED97-3689-4063-A208-CDE1534D4D54}"/>
          </ac:picMkLst>
        </pc:picChg>
        <pc:picChg chg="add del mod">
          <ac:chgData name="佳妤 凃" userId="39b8f5b1ceed89e2" providerId="LiveId" clId="{310ACEED-73EF-403A-8392-415A87B4B831}" dt="2026-07-08T11:13:03.414" v="2001" actId="478"/>
          <ac:picMkLst>
            <pc:docMk/>
            <pc:sldMk cId="351630199" sldId="257"/>
            <ac:picMk id="25" creationId="{248C752A-FA70-4F71-8E01-9F3717937249}"/>
          </ac:picMkLst>
        </pc:picChg>
        <pc:picChg chg="add mod">
          <ac:chgData name="佳妤 凃" userId="39b8f5b1ceed89e2" providerId="LiveId" clId="{310ACEED-73EF-403A-8392-415A87B4B831}" dt="2026-07-08T11:19:30.559" v="2049" actId="164"/>
          <ac:picMkLst>
            <pc:docMk/>
            <pc:sldMk cId="351630199" sldId="257"/>
            <ac:picMk id="26" creationId="{DC7F6D76-228E-427B-B99B-2499F6B52A25}"/>
          </ac:picMkLst>
        </pc:picChg>
        <pc:picChg chg="add mod">
          <ac:chgData name="佳妤 凃" userId="39b8f5b1ceed89e2" providerId="LiveId" clId="{310ACEED-73EF-403A-8392-415A87B4B831}" dt="2026-07-08T11:19:30.559" v="2049" actId="164"/>
          <ac:picMkLst>
            <pc:docMk/>
            <pc:sldMk cId="351630199" sldId="257"/>
            <ac:picMk id="29" creationId="{3B58C9E0-5D38-47C4-9E1B-62B0849FE130}"/>
          </ac:picMkLst>
        </pc:picChg>
        <pc:picChg chg="add del mod">
          <ac:chgData name="佳妤 凃" userId="39b8f5b1ceed89e2" providerId="LiveId" clId="{310ACEED-73EF-403A-8392-415A87B4B831}" dt="2026-06-21T12:12:38.248" v="242" actId="22"/>
          <ac:picMkLst>
            <pc:docMk/>
            <pc:sldMk cId="351630199" sldId="257"/>
            <ac:picMk id="30" creationId="{EE99B879-491D-4E50-A753-4161D2580A7B}"/>
          </ac:picMkLst>
        </pc:picChg>
        <pc:picChg chg="mod topLvl">
          <ac:chgData name="佳妤 凃" userId="39b8f5b1ceed89e2" providerId="LiveId" clId="{310ACEED-73EF-403A-8392-415A87B4B831}" dt="2026-07-08T11:19:30.559" v="2049" actId="164"/>
          <ac:picMkLst>
            <pc:docMk/>
            <pc:sldMk cId="351630199" sldId="257"/>
            <ac:picMk id="40" creationId="{D17FB0D6-6FD8-4DB7-BDA3-D0DFF251FDCF}"/>
          </ac:picMkLst>
        </pc:picChg>
        <pc:picChg chg="mod topLvl">
          <ac:chgData name="佳妤 凃" userId="39b8f5b1ceed89e2" providerId="LiveId" clId="{310ACEED-73EF-403A-8392-415A87B4B831}" dt="2026-07-08T11:19:30.559" v="2049" actId="164"/>
          <ac:picMkLst>
            <pc:docMk/>
            <pc:sldMk cId="351630199" sldId="257"/>
            <ac:picMk id="44" creationId="{EA573E21-A96F-4D41-BD13-B45316F94098}"/>
          </ac:picMkLst>
        </pc:picChg>
        <pc:picChg chg="del mod">
          <ac:chgData name="佳妤 凃" userId="39b8f5b1ceed89e2" providerId="LiveId" clId="{310ACEED-73EF-403A-8392-415A87B4B831}" dt="2026-07-08T11:04:04.455" v="1974" actId="478"/>
          <ac:picMkLst>
            <pc:docMk/>
            <pc:sldMk cId="351630199" sldId="257"/>
            <ac:picMk id="46" creationId="{290E174D-E89C-4ABD-BB88-BCA553A3182D}"/>
          </ac:picMkLst>
        </pc:picChg>
        <pc:cxnChg chg="mod">
          <ac:chgData name="佳妤 凃" userId="39b8f5b1ceed89e2" providerId="LiveId" clId="{310ACEED-73EF-403A-8392-415A87B4B831}" dt="2026-07-08T11:15:23.007" v="2009" actId="165"/>
          <ac:cxnSpMkLst>
            <pc:docMk/>
            <pc:sldMk cId="351630199" sldId="257"/>
            <ac:cxnSpMk id="8" creationId="{0757CEA4-7C11-4143-9541-8DDD5CA8DDB5}"/>
          </ac:cxnSpMkLst>
        </pc:cxnChg>
        <pc:cxnChg chg="mod">
          <ac:chgData name="佳妤 凃" userId="39b8f5b1ceed89e2" providerId="LiveId" clId="{310ACEED-73EF-403A-8392-415A87B4B831}" dt="2026-07-08T11:15:23.007" v="2009" actId="165"/>
          <ac:cxnSpMkLst>
            <pc:docMk/>
            <pc:sldMk cId="351630199" sldId="257"/>
            <ac:cxnSpMk id="12" creationId="{35EB406F-0107-4B37-8DF7-42DF061FA8F6}"/>
          </ac:cxnSpMkLst>
        </pc:cxnChg>
        <pc:cxnChg chg="mod">
          <ac:chgData name="佳妤 凃" userId="39b8f5b1ceed89e2" providerId="LiveId" clId="{310ACEED-73EF-403A-8392-415A87B4B831}" dt="2026-07-08T11:15:23.007" v="2009" actId="165"/>
          <ac:cxnSpMkLst>
            <pc:docMk/>
            <pc:sldMk cId="351630199" sldId="257"/>
            <ac:cxnSpMk id="14" creationId="{5BDDA5FB-69B7-4D32-A20A-ECDC57297A15}"/>
          </ac:cxnSpMkLst>
        </pc:cxnChg>
        <pc:cxnChg chg="mod topLvl">
          <ac:chgData name="佳妤 凃" userId="39b8f5b1ceed89e2" providerId="LiveId" clId="{310ACEED-73EF-403A-8392-415A87B4B831}" dt="2026-07-08T11:19:30.559" v="2049" actId="164"/>
          <ac:cxnSpMkLst>
            <pc:docMk/>
            <pc:sldMk cId="351630199" sldId="257"/>
            <ac:cxnSpMk id="18" creationId="{0FAE2AF0-F02F-4CA2-B7A4-8DF9AA7BF4AD}"/>
          </ac:cxnSpMkLst>
        </pc:cxnChg>
        <pc:cxnChg chg="mod topLvl">
          <ac:chgData name="佳妤 凃" userId="39b8f5b1ceed89e2" providerId="LiveId" clId="{310ACEED-73EF-403A-8392-415A87B4B831}" dt="2026-07-08T11:19:30.559" v="2049" actId="164"/>
          <ac:cxnSpMkLst>
            <pc:docMk/>
            <pc:sldMk cId="351630199" sldId="257"/>
            <ac:cxnSpMk id="21" creationId="{8777CD62-057E-43F7-8219-29BD9997F709}"/>
          </ac:cxnSpMkLst>
        </pc:cxnChg>
        <pc:cxnChg chg="mod topLvl">
          <ac:chgData name="佳妤 凃" userId="39b8f5b1ceed89e2" providerId="LiveId" clId="{310ACEED-73EF-403A-8392-415A87B4B831}" dt="2026-07-08T11:19:30.559" v="2049" actId="164"/>
          <ac:cxnSpMkLst>
            <pc:docMk/>
            <pc:sldMk cId="351630199" sldId="257"/>
            <ac:cxnSpMk id="28" creationId="{15D6262C-028B-4529-A49D-D82157DBAC6F}"/>
          </ac:cxnSpMkLst>
        </pc:cxnChg>
        <pc:cxnChg chg="mod">
          <ac:chgData name="佳妤 凃" userId="39b8f5b1ceed89e2" providerId="LiveId" clId="{310ACEED-73EF-403A-8392-415A87B4B831}" dt="2026-07-08T11:15:23.007" v="2009" actId="165"/>
          <ac:cxnSpMkLst>
            <pc:docMk/>
            <pc:sldMk cId="351630199" sldId="257"/>
            <ac:cxnSpMk id="31" creationId="{B5564DB3-A833-4319-B535-507CFE797253}"/>
          </ac:cxnSpMkLst>
        </pc:cxnChg>
        <pc:cxnChg chg="mod">
          <ac:chgData name="佳妤 凃" userId="39b8f5b1ceed89e2" providerId="LiveId" clId="{310ACEED-73EF-403A-8392-415A87B4B831}" dt="2026-07-08T11:15:23.007" v="2009" actId="165"/>
          <ac:cxnSpMkLst>
            <pc:docMk/>
            <pc:sldMk cId="351630199" sldId="257"/>
            <ac:cxnSpMk id="35" creationId="{BF97B7F1-2D71-45A8-836C-45B7AC67F089}"/>
          </ac:cxnSpMkLst>
        </pc:cxnChg>
        <pc:cxnChg chg="mod">
          <ac:chgData name="佳妤 凃" userId="39b8f5b1ceed89e2" providerId="LiveId" clId="{310ACEED-73EF-403A-8392-415A87B4B831}" dt="2026-07-08T11:15:23.007" v="2009" actId="165"/>
          <ac:cxnSpMkLst>
            <pc:docMk/>
            <pc:sldMk cId="351630199" sldId="257"/>
            <ac:cxnSpMk id="37" creationId="{5D8AA4AB-B9B2-431D-AC59-53707FBBEEC9}"/>
          </ac:cxnSpMkLst>
        </pc:cxnChg>
        <pc:cxnChg chg="mod topLvl">
          <ac:chgData name="佳妤 凃" userId="39b8f5b1ceed89e2" providerId="LiveId" clId="{310ACEED-73EF-403A-8392-415A87B4B831}" dt="2026-07-08T11:19:30.559" v="2049" actId="164"/>
          <ac:cxnSpMkLst>
            <pc:docMk/>
            <pc:sldMk cId="351630199" sldId="257"/>
            <ac:cxnSpMk id="42" creationId="{84A43E8C-A3DE-4D6A-BD63-D2E32791A6E8}"/>
          </ac:cxnSpMkLst>
        </pc:cxnChg>
        <pc:cxnChg chg="mod topLvl">
          <ac:chgData name="佳妤 凃" userId="39b8f5b1ceed89e2" providerId="LiveId" clId="{310ACEED-73EF-403A-8392-415A87B4B831}" dt="2026-07-08T11:19:30.559" v="2049" actId="164"/>
          <ac:cxnSpMkLst>
            <pc:docMk/>
            <pc:sldMk cId="351630199" sldId="257"/>
            <ac:cxnSpMk id="51" creationId="{2CB92D8F-D320-46C2-9394-A4A2253D4794}"/>
          </ac:cxnSpMkLst>
        </pc:cxnChg>
        <pc:cxnChg chg="mod topLvl">
          <ac:chgData name="佳妤 凃" userId="39b8f5b1ceed89e2" providerId="LiveId" clId="{310ACEED-73EF-403A-8392-415A87B4B831}" dt="2026-07-08T11:19:30.559" v="2049" actId="164"/>
          <ac:cxnSpMkLst>
            <pc:docMk/>
            <pc:sldMk cId="351630199" sldId="257"/>
            <ac:cxnSpMk id="52" creationId="{F370E576-F84D-42C7-9371-41AC0103C1E3}"/>
          </ac:cxnSpMkLst>
        </pc:cxnChg>
      </pc:sldChg>
      <pc:sldChg chg="modSp new del mod">
        <pc:chgData name="佳妤 凃" userId="39b8f5b1ceed89e2" providerId="LiveId" clId="{310ACEED-73EF-403A-8392-415A87B4B831}" dt="2026-06-21T13:53:32.703" v="299" actId="2696"/>
        <pc:sldMkLst>
          <pc:docMk/>
          <pc:sldMk cId="34104061" sldId="258"/>
        </pc:sldMkLst>
        <pc:spChg chg="mod">
          <ac:chgData name="佳妤 凃" userId="39b8f5b1ceed89e2" providerId="LiveId" clId="{310ACEED-73EF-403A-8392-415A87B4B831}" dt="2026-06-21T13:53:29.283" v="298" actId="20577"/>
          <ac:spMkLst>
            <pc:docMk/>
            <pc:sldMk cId="34104061" sldId="258"/>
            <ac:spMk id="2" creationId="{033AE151-C8A5-4496-88E4-487B93CC94D9}"/>
          </ac:spMkLst>
        </pc:spChg>
      </pc:sldChg>
      <pc:sldChg chg="addSp delSp modSp new mod ord">
        <pc:chgData name="佳妤 凃" userId="39b8f5b1ceed89e2" providerId="LiveId" clId="{310ACEED-73EF-403A-8392-415A87B4B831}" dt="2026-06-23T13:56:29.092" v="1351" actId="164"/>
        <pc:sldMkLst>
          <pc:docMk/>
          <pc:sldMk cId="3913342636" sldId="258"/>
        </pc:sldMkLst>
        <pc:spChg chg="del">
          <ac:chgData name="佳妤 凃" userId="39b8f5b1ceed89e2" providerId="LiveId" clId="{310ACEED-73EF-403A-8392-415A87B4B831}" dt="2026-06-21T13:58:00.704" v="304" actId="478"/>
          <ac:spMkLst>
            <pc:docMk/>
            <pc:sldMk cId="3913342636" sldId="258"/>
            <ac:spMk id="2" creationId="{55B43624-F535-4512-9890-FEDE6CC0B686}"/>
          </ac:spMkLst>
        </pc:spChg>
        <pc:spChg chg="add del">
          <ac:chgData name="佳妤 凃" userId="39b8f5b1ceed89e2" providerId="LiveId" clId="{310ACEED-73EF-403A-8392-415A87B4B831}" dt="2026-06-23T13:30:59.326" v="694" actId="478"/>
          <ac:spMkLst>
            <pc:docMk/>
            <pc:sldMk cId="3913342636" sldId="258"/>
            <ac:spMk id="2" creationId="{EE8F4081-AA78-4E1C-8E7D-D5983F3F5E8E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3" creationId="{38F337A7-8B17-4E56-B0C2-4C36F4A82E48}"/>
          </ac:spMkLst>
        </pc:spChg>
        <pc:spChg chg="del">
          <ac:chgData name="佳妤 凃" userId="39b8f5b1ceed89e2" providerId="LiveId" clId="{310ACEED-73EF-403A-8392-415A87B4B831}" dt="2026-06-21T13:58:00.704" v="304" actId="478"/>
          <ac:spMkLst>
            <pc:docMk/>
            <pc:sldMk cId="3913342636" sldId="258"/>
            <ac:spMk id="3" creationId="{ABA26A8B-9C54-4799-B612-2343EFBD0516}"/>
          </ac:spMkLst>
        </pc:spChg>
        <pc:spChg chg="add mod">
          <ac:chgData name="佳妤 凃" userId="39b8f5b1ceed89e2" providerId="LiveId" clId="{310ACEED-73EF-403A-8392-415A87B4B831}" dt="2026-06-21T13:58:29.294" v="306" actId="164"/>
          <ac:spMkLst>
            <pc:docMk/>
            <pc:sldMk cId="3913342636" sldId="258"/>
            <ac:spMk id="4" creationId="{3FE0F45C-1BA3-4127-AEC6-0849D97976B3}"/>
          </ac:spMkLst>
        </pc:spChg>
        <pc:spChg chg="add mod">
          <ac:chgData name="佳妤 凃" userId="39b8f5b1ceed89e2" providerId="LiveId" clId="{310ACEED-73EF-403A-8392-415A87B4B831}" dt="2026-06-21T13:58:29.294" v="306" actId="164"/>
          <ac:spMkLst>
            <pc:docMk/>
            <pc:sldMk cId="3913342636" sldId="258"/>
            <ac:spMk id="5" creationId="{41146E20-96B7-44BF-BDC6-0E3B7A15DF71}"/>
          </ac:spMkLst>
        </pc:spChg>
        <pc:spChg chg="add mod">
          <ac:chgData name="佳妤 凃" userId="39b8f5b1ceed89e2" providerId="LiveId" clId="{310ACEED-73EF-403A-8392-415A87B4B831}" dt="2026-06-21T14:02:51.967" v="338" actId="1076"/>
          <ac:spMkLst>
            <pc:docMk/>
            <pc:sldMk cId="3913342636" sldId="258"/>
            <ac:spMk id="6" creationId="{59013305-287B-4EE8-8A35-B04752888246}"/>
          </ac:spMkLst>
        </pc:spChg>
        <pc:spChg chg="add mod">
          <ac:chgData name="佳妤 凃" userId="39b8f5b1ceed89e2" providerId="LiveId" clId="{310ACEED-73EF-403A-8392-415A87B4B831}" dt="2026-06-21T14:02:51.967" v="338" actId="1076"/>
          <ac:spMkLst>
            <pc:docMk/>
            <pc:sldMk cId="3913342636" sldId="258"/>
            <ac:spMk id="7" creationId="{BC0AD502-3B7C-4AEB-8516-75A868D06D7C}"/>
          </ac:spMkLst>
        </pc:spChg>
        <pc:spChg chg="add mod">
          <ac:chgData name="佳妤 凃" userId="39b8f5b1ceed89e2" providerId="LiveId" clId="{310ACEED-73EF-403A-8392-415A87B4B831}" dt="2026-06-21T14:02:51.967" v="338" actId="1076"/>
          <ac:spMkLst>
            <pc:docMk/>
            <pc:sldMk cId="3913342636" sldId="258"/>
            <ac:spMk id="8" creationId="{20FA17AC-0DE9-4A72-8BBD-A0DBF593501C}"/>
          </ac:spMkLst>
        </pc:spChg>
        <pc:spChg chg="mod">
          <ac:chgData name="佳妤 凃" userId="39b8f5b1ceed89e2" providerId="LiveId" clId="{310ACEED-73EF-403A-8392-415A87B4B831}" dt="2026-06-21T14:02:51.967" v="338" actId="1076"/>
          <ac:spMkLst>
            <pc:docMk/>
            <pc:sldMk cId="3913342636" sldId="258"/>
            <ac:spMk id="10" creationId="{A73934CB-E788-454C-B87C-5EB544B8A02A}"/>
          </ac:spMkLst>
        </pc:spChg>
        <pc:spChg chg="mod">
          <ac:chgData name="佳妤 凃" userId="39b8f5b1ceed89e2" providerId="LiveId" clId="{310ACEED-73EF-403A-8392-415A87B4B831}" dt="2026-06-21T14:03:47.247" v="344" actId="1076"/>
          <ac:spMkLst>
            <pc:docMk/>
            <pc:sldMk cId="3913342636" sldId="258"/>
            <ac:spMk id="11" creationId="{2C2035BF-AF2D-4C1C-80B1-2B68C861ECD0}"/>
          </ac:spMkLst>
        </pc:spChg>
        <pc:spChg chg="add mod">
          <ac:chgData name="佳妤 凃" userId="39b8f5b1ceed89e2" providerId="LiveId" clId="{310ACEED-73EF-403A-8392-415A87B4B831}" dt="2026-06-21T13:58:29.294" v="306" actId="164"/>
          <ac:spMkLst>
            <pc:docMk/>
            <pc:sldMk cId="3913342636" sldId="258"/>
            <ac:spMk id="12" creationId="{1444FD9E-9999-425C-BBD2-4FBF065D66D4}"/>
          </ac:spMkLst>
        </pc:spChg>
        <pc:spChg chg="add mod">
          <ac:chgData name="佳妤 凃" userId="39b8f5b1ceed89e2" providerId="LiveId" clId="{310ACEED-73EF-403A-8392-415A87B4B831}" dt="2026-06-21T13:58:29.294" v="306" actId="164"/>
          <ac:spMkLst>
            <pc:docMk/>
            <pc:sldMk cId="3913342636" sldId="258"/>
            <ac:spMk id="13" creationId="{09FC93CB-88E3-4024-A38C-623EAF01FC8F}"/>
          </ac:spMkLst>
        </pc:spChg>
        <pc:spChg chg="add mod">
          <ac:chgData name="佳妤 凃" userId="39b8f5b1ceed89e2" providerId="LiveId" clId="{310ACEED-73EF-403A-8392-415A87B4B831}" dt="2026-06-21T13:58:29.294" v="306" actId="164"/>
          <ac:spMkLst>
            <pc:docMk/>
            <pc:sldMk cId="3913342636" sldId="258"/>
            <ac:spMk id="14" creationId="{96C52806-58A0-4869-9B70-FC9AEC53C713}"/>
          </ac:spMkLst>
        </pc:spChg>
        <pc:spChg chg="add mod">
          <ac:chgData name="佳妤 凃" userId="39b8f5b1ceed89e2" providerId="LiveId" clId="{310ACEED-73EF-403A-8392-415A87B4B831}" dt="2026-06-21T13:58:29.294" v="306" actId="164"/>
          <ac:spMkLst>
            <pc:docMk/>
            <pc:sldMk cId="3913342636" sldId="258"/>
            <ac:spMk id="15" creationId="{9D6B6778-C8FA-4B11-AC5B-FB7B4AD26D18}"/>
          </ac:spMkLst>
        </pc:spChg>
        <pc:spChg chg="add mod">
          <ac:chgData name="佳妤 凃" userId="39b8f5b1ceed89e2" providerId="LiveId" clId="{310ACEED-73EF-403A-8392-415A87B4B831}" dt="2026-06-21T13:58:29.294" v="306" actId="164"/>
          <ac:spMkLst>
            <pc:docMk/>
            <pc:sldMk cId="3913342636" sldId="258"/>
            <ac:spMk id="16" creationId="{F0926651-34D2-457D-9E6A-052A4F2B2F86}"/>
          </ac:spMkLst>
        </pc:spChg>
        <pc:spChg chg="add mod">
          <ac:chgData name="佳妤 凃" userId="39b8f5b1ceed89e2" providerId="LiveId" clId="{310ACEED-73EF-403A-8392-415A87B4B831}" dt="2026-06-21T14:00:56.504" v="332" actId="404"/>
          <ac:spMkLst>
            <pc:docMk/>
            <pc:sldMk cId="3913342636" sldId="258"/>
            <ac:spMk id="17" creationId="{3F51D556-DCEB-40A5-9F83-A377FF735455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25" creationId="{F81F64D5-5C0B-4BC2-84BD-CA349873F73C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31" creationId="{303B5C56-B6BB-4F20-903E-74C7F152EF38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32" creationId="{5CDE6E8C-D1D9-4306-852A-5302AF419101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33" creationId="{852CCB68-84A0-4875-AB26-A37CE1B20921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34" creationId="{4EC91AFE-5D06-429B-8D4D-99161A9BF88C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48" creationId="{A5C5A166-F629-4693-AC86-786C87935387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49" creationId="{5F613728-BDD4-41F8-A6AB-A44282C31B6B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50" creationId="{8F640682-9AA8-4160-9F93-CAFE5B553FB9}"/>
          </ac:spMkLst>
        </pc:spChg>
        <pc:spChg chg="add mod">
          <ac:chgData name="佳妤 凃" userId="39b8f5b1ceed89e2" providerId="LiveId" clId="{310ACEED-73EF-403A-8392-415A87B4B831}" dt="2026-06-23T13:56:29.092" v="1351" actId="164"/>
          <ac:spMkLst>
            <pc:docMk/>
            <pc:sldMk cId="3913342636" sldId="258"/>
            <ac:spMk id="51" creationId="{3B41188E-683D-4873-8E96-20BBA981DB53}"/>
          </ac:spMkLst>
        </pc:spChg>
        <pc:grpChg chg="add mod">
          <ac:chgData name="佳妤 凃" userId="39b8f5b1ceed89e2" providerId="LiveId" clId="{310ACEED-73EF-403A-8392-415A87B4B831}" dt="2026-06-21T13:58:29.294" v="306" actId="164"/>
          <ac:grpSpMkLst>
            <pc:docMk/>
            <pc:sldMk cId="3913342636" sldId="258"/>
            <ac:grpSpMk id="9" creationId="{A51B657F-CFAA-4D57-B8B8-9DA3F97516B2}"/>
          </ac:grpSpMkLst>
        </pc:grpChg>
        <pc:grpChg chg="add mod">
          <ac:chgData name="佳妤 凃" userId="39b8f5b1ceed89e2" providerId="LiveId" clId="{310ACEED-73EF-403A-8392-415A87B4B831}" dt="2026-06-21T14:04:15.037" v="346" actId="1076"/>
          <ac:grpSpMkLst>
            <pc:docMk/>
            <pc:sldMk cId="3913342636" sldId="258"/>
            <ac:grpSpMk id="18" creationId="{14D330CF-CB01-42E1-A0EC-3823E91A216F}"/>
          </ac:grpSpMkLst>
        </pc:grpChg>
        <pc:grpChg chg="add mod">
          <ac:chgData name="佳妤 凃" userId="39b8f5b1ceed89e2" providerId="LiveId" clId="{310ACEED-73EF-403A-8392-415A87B4B831}" dt="2026-06-23T13:56:29.092" v="1351" actId="164"/>
          <ac:grpSpMkLst>
            <pc:docMk/>
            <pc:sldMk cId="3913342636" sldId="258"/>
            <ac:grpSpMk id="52" creationId="{060885E4-AED4-4403-AFCA-CAD9F2507064}"/>
          </ac:grpSpMkLst>
        </pc:grpChg>
        <pc:picChg chg="add del mod">
          <ac:chgData name="佳妤 凃" userId="39b8f5b1ceed89e2" providerId="LiveId" clId="{310ACEED-73EF-403A-8392-415A87B4B831}" dt="2026-06-23T13:56:15.899" v="1349" actId="478"/>
          <ac:picMkLst>
            <pc:docMk/>
            <pc:sldMk cId="3913342636" sldId="258"/>
            <ac:picMk id="20" creationId="{8BEC3D72-2E8E-4D6B-B4E7-719E670C49FC}"/>
          </ac:picMkLst>
        </pc:picChg>
        <pc:picChg chg="add del mod">
          <ac:chgData name="佳妤 凃" userId="39b8f5b1ceed89e2" providerId="LiveId" clId="{310ACEED-73EF-403A-8392-415A87B4B831}" dt="2026-06-23T13:32:27.666" v="703" actId="478"/>
          <ac:picMkLst>
            <pc:docMk/>
            <pc:sldMk cId="3913342636" sldId="258"/>
            <ac:picMk id="21" creationId="{D104DBE3-6C89-4E11-9723-279A4CC0D698}"/>
          </ac:picMkLst>
        </pc:picChg>
        <pc:cxnChg chg="add mod">
          <ac:chgData name="佳妤 凃" userId="39b8f5b1ceed89e2" providerId="LiveId" clId="{310ACEED-73EF-403A-8392-415A87B4B831}" dt="2026-06-23T13:56:29.092" v="1351" actId="164"/>
          <ac:cxnSpMkLst>
            <pc:docMk/>
            <pc:sldMk cId="3913342636" sldId="258"/>
            <ac:cxnSpMk id="23" creationId="{D1091486-22D7-4751-AFB1-A500842413FD}"/>
          </ac:cxnSpMkLst>
        </pc:cxnChg>
        <pc:cxnChg chg="add del mod">
          <ac:chgData name="佳妤 凃" userId="39b8f5b1ceed89e2" providerId="LiveId" clId="{310ACEED-73EF-403A-8392-415A87B4B831}" dt="2026-06-23T13:43:54.012" v="1281" actId="478"/>
          <ac:cxnSpMkLst>
            <pc:docMk/>
            <pc:sldMk cId="3913342636" sldId="258"/>
            <ac:cxnSpMk id="30" creationId="{B7208A53-CD37-4C10-B9E4-A621B3072FA3}"/>
          </ac:cxnSpMkLst>
        </pc:cxnChg>
        <pc:cxnChg chg="add mod">
          <ac:chgData name="佳妤 凃" userId="39b8f5b1ceed89e2" providerId="LiveId" clId="{310ACEED-73EF-403A-8392-415A87B4B831}" dt="2026-06-23T13:56:29.092" v="1351" actId="164"/>
          <ac:cxnSpMkLst>
            <pc:docMk/>
            <pc:sldMk cId="3913342636" sldId="258"/>
            <ac:cxnSpMk id="36" creationId="{AA30BDA1-DAFF-4D3F-8186-471A757042B9}"/>
          </ac:cxnSpMkLst>
        </pc:cxnChg>
        <pc:cxnChg chg="add mod">
          <ac:chgData name="佳妤 凃" userId="39b8f5b1ceed89e2" providerId="LiveId" clId="{310ACEED-73EF-403A-8392-415A87B4B831}" dt="2026-06-23T13:56:29.092" v="1351" actId="164"/>
          <ac:cxnSpMkLst>
            <pc:docMk/>
            <pc:sldMk cId="3913342636" sldId="258"/>
            <ac:cxnSpMk id="43" creationId="{CE60165A-F349-492A-8E3C-21ED71A8B836}"/>
          </ac:cxnSpMkLst>
        </pc:cxnChg>
        <pc:cxnChg chg="add mod">
          <ac:chgData name="佳妤 凃" userId="39b8f5b1ceed89e2" providerId="LiveId" clId="{310ACEED-73EF-403A-8392-415A87B4B831}" dt="2026-06-23T13:56:29.092" v="1351" actId="164"/>
          <ac:cxnSpMkLst>
            <pc:docMk/>
            <pc:sldMk cId="3913342636" sldId="258"/>
            <ac:cxnSpMk id="44" creationId="{3FBF8CD3-6AEE-435F-9CAE-B1AD0615E43F}"/>
          </ac:cxnSpMkLst>
        </pc:cxnChg>
        <pc:cxnChg chg="add mod">
          <ac:chgData name="佳妤 凃" userId="39b8f5b1ceed89e2" providerId="LiveId" clId="{310ACEED-73EF-403A-8392-415A87B4B831}" dt="2026-06-23T13:56:29.092" v="1351" actId="164"/>
          <ac:cxnSpMkLst>
            <pc:docMk/>
            <pc:sldMk cId="3913342636" sldId="258"/>
            <ac:cxnSpMk id="45" creationId="{0465EC76-B00E-425E-A90D-37F401E0A028}"/>
          </ac:cxnSpMkLst>
        </pc:cxnChg>
        <pc:cxnChg chg="add mod">
          <ac:chgData name="佳妤 凃" userId="39b8f5b1ceed89e2" providerId="LiveId" clId="{310ACEED-73EF-403A-8392-415A87B4B831}" dt="2026-06-23T13:56:29.092" v="1351" actId="164"/>
          <ac:cxnSpMkLst>
            <pc:docMk/>
            <pc:sldMk cId="3913342636" sldId="258"/>
            <ac:cxnSpMk id="46" creationId="{D25C66A2-3299-4AC9-A6F5-E860F03877A6}"/>
          </ac:cxnSpMkLst>
        </pc:cxnChg>
        <pc:cxnChg chg="add mod">
          <ac:chgData name="佳妤 凃" userId="39b8f5b1ceed89e2" providerId="LiveId" clId="{310ACEED-73EF-403A-8392-415A87B4B831}" dt="2026-06-23T13:56:29.092" v="1351" actId="164"/>
          <ac:cxnSpMkLst>
            <pc:docMk/>
            <pc:sldMk cId="3913342636" sldId="258"/>
            <ac:cxnSpMk id="47" creationId="{B987BB83-51FA-4092-B915-80CE0780EC59}"/>
          </ac:cxnSpMkLst>
        </pc:cxnChg>
      </pc:sldChg>
      <pc:sldChg chg="new del">
        <pc:chgData name="佳妤 凃" userId="39b8f5b1ceed89e2" providerId="LiveId" clId="{310ACEED-73EF-403A-8392-415A87B4B831}" dt="2026-06-21T14:54:30.327" v="368" actId="47"/>
        <pc:sldMkLst>
          <pc:docMk/>
          <pc:sldMk cId="1766942284" sldId="259"/>
        </pc:sldMkLst>
      </pc:sldChg>
      <pc:sldChg chg="addSp modSp add mod">
        <pc:chgData name="佳妤 凃" userId="39b8f5b1ceed89e2" providerId="LiveId" clId="{310ACEED-73EF-403A-8392-415A87B4B831}" dt="2026-07-08T11:18:55.943" v="2046" actId="1076"/>
        <pc:sldMkLst>
          <pc:docMk/>
          <pc:sldMk cId="3260775110" sldId="259"/>
        </pc:sldMkLst>
        <pc:spChg chg="mod">
          <ac:chgData name="佳妤 凃" userId="39b8f5b1ceed89e2" providerId="LiveId" clId="{310ACEED-73EF-403A-8392-415A87B4B831}" dt="2026-07-08T11:18:45.573" v="2043" actId="1076"/>
          <ac:spMkLst>
            <pc:docMk/>
            <pc:sldMk cId="3260775110" sldId="259"/>
            <ac:spMk id="9" creationId="{9E81DC6D-CE3D-472A-9477-6F0B35890DC3}"/>
          </ac:spMkLst>
        </pc:spChg>
        <pc:spChg chg="add mod">
          <ac:chgData name="佳妤 凃" userId="39b8f5b1ceed89e2" providerId="LiveId" clId="{310ACEED-73EF-403A-8392-415A87B4B831}" dt="2026-06-28T13:01:47.649" v="1871" actId="164"/>
          <ac:spMkLst>
            <pc:docMk/>
            <pc:sldMk cId="3260775110" sldId="259"/>
            <ac:spMk id="39" creationId="{40E15F27-13C1-4FDA-B1BC-C223890524D5}"/>
          </ac:spMkLst>
        </pc:spChg>
        <pc:spChg chg="add mod">
          <ac:chgData name="佳妤 凃" userId="39b8f5b1ceed89e2" providerId="LiveId" clId="{310ACEED-73EF-403A-8392-415A87B4B831}" dt="2026-06-28T13:01:47.649" v="1871" actId="164"/>
          <ac:spMkLst>
            <pc:docMk/>
            <pc:sldMk cId="3260775110" sldId="259"/>
            <ac:spMk id="40" creationId="{0E324C8E-09AA-486E-B0CF-142785EBD0E8}"/>
          </ac:spMkLst>
        </pc:spChg>
        <pc:spChg chg="mod">
          <ac:chgData name="佳妤 凃" userId="39b8f5b1ceed89e2" providerId="LiveId" clId="{310ACEED-73EF-403A-8392-415A87B4B831}" dt="2026-06-28T13:01:47.649" v="1871" actId="164"/>
          <ac:spMkLst>
            <pc:docMk/>
            <pc:sldMk cId="3260775110" sldId="259"/>
            <ac:spMk id="53" creationId="{C1B0B98B-D7AF-40C3-AC6F-DFF27BD9FF8C}"/>
          </ac:spMkLst>
        </pc:spChg>
        <pc:grpChg chg="add mod">
          <ac:chgData name="佳妤 凃" userId="39b8f5b1ceed89e2" providerId="LiveId" clId="{310ACEED-73EF-403A-8392-415A87B4B831}" dt="2026-07-08T11:18:48.846" v="2045" actId="1076"/>
          <ac:grpSpMkLst>
            <pc:docMk/>
            <pc:sldMk cId="3260775110" sldId="259"/>
            <ac:grpSpMk id="2" creationId="{3622331F-791A-4496-A7C6-AEF2D5D7C38F}"/>
          </ac:grpSpMkLst>
        </pc:grpChg>
        <pc:grpChg chg="mod">
          <ac:chgData name="佳妤 凃" userId="39b8f5b1ceed89e2" providerId="LiveId" clId="{310ACEED-73EF-403A-8392-415A87B4B831}" dt="2026-06-28T13:01:47.649" v="1871" actId="164"/>
          <ac:grpSpMkLst>
            <pc:docMk/>
            <pc:sldMk cId="3260775110" sldId="259"/>
            <ac:grpSpMk id="6" creationId="{C3B4982D-08C3-4291-AC1D-257FD9EAA816}"/>
          </ac:grpSpMkLst>
        </pc:grpChg>
        <pc:grpChg chg="mod">
          <ac:chgData name="佳妤 凃" userId="39b8f5b1ceed89e2" providerId="LiveId" clId="{310ACEED-73EF-403A-8392-415A87B4B831}" dt="2026-06-28T13:01:47.649" v="1871" actId="164"/>
          <ac:grpSpMkLst>
            <pc:docMk/>
            <pc:sldMk cId="3260775110" sldId="259"/>
            <ac:grpSpMk id="47" creationId="{4DD91085-560D-4F86-98CC-73BF1081779D}"/>
          </ac:grpSpMkLst>
        </pc:grpChg>
        <pc:grpChg chg="mod">
          <ac:chgData name="佳妤 凃" userId="39b8f5b1ceed89e2" providerId="LiveId" clId="{310ACEED-73EF-403A-8392-415A87B4B831}" dt="2026-06-28T13:01:47.649" v="1871" actId="164"/>
          <ac:grpSpMkLst>
            <pc:docMk/>
            <pc:sldMk cId="3260775110" sldId="259"/>
            <ac:grpSpMk id="48" creationId="{80A29765-E9CD-4BF8-8530-379D8817883F}"/>
          </ac:grpSpMkLst>
        </pc:grpChg>
        <pc:picChg chg="mod">
          <ac:chgData name="佳妤 凃" userId="39b8f5b1ceed89e2" providerId="LiveId" clId="{310ACEED-73EF-403A-8392-415A87B4B831}" dt="2026-06-28T13:01:47.649" v="1871" actId="164"/>
          <ac:picMkLst>
            <pc:docMk/>
            <pc:sldMk cId="3260775110" sldId="259"/>
            <ac:picMk id="56" creationId="{CFA62D1C-D2F0-4B42-BFEA-FF2C4533B248}"/>
          </ac:picMkLst>
        </pc:picChg>
        <pc:picChg chg="mod">
          <ac:chgData name="佳妤 凃" userId="39b8f5b1ceed89e2" providerId="LiveId" clId="{310ACEED-73EF-403A-8392-415A87B4B831}" dt="2026-06-28T13:01:47.649" v="1871" actId="164"/>
          <ac:picMkLst>
            <pc:docMk/>
            <pc:sldMk cId="3260775110" sldId="259"/>
            <ac:picMk id="58" creationId="{E4FB9D43-EBD4-495A-B573-9B9B828C857E}"/>
          </ac:picMkLst>
        </pc:picChg>
        <pc:picChg chg="mod">
          <ac:chgData name="佳妤 凃" userId="39b8f5b1ceed89e2" providerId="LiveId" clId="{310ACEED-73EF-403A-8392-415A87B4B831}" dt="2026-06-28T13:01:47.649" v="1871" actId="164"/>
          <ac:picMkLst>
            <pc:docMk/>
            <pc:sldMk cId="3260775110" sldId="259"/>
            <ac:picMk id="60" creationId="{B332D27A-FEA5-49EB-897F-AC32F27AAC01}"/>
          </ac:picMkLst>
        </pc:picChg>
        <pc:picChg chg="mod">
          <ac:chgData name="佳妤 凃" userId="39b8f5b1ceed89e2" providerId="LiveId" clId="{310ACEED-73EF-403A-8392-415A87B4B831}" dt="2026-06-28T13:01:47.649" v="1871" actId="164"/>
          <ac:picMkLst>
            <pc:docMk/>
            <pc:sldMk cId="3260775110" sldId="259"/>
            <ac:picMk id="62" creationId="{A09D2492-08A9-46E1-AED7-7F1EB4168DC8}"/>
          </ac:picMkLst>
        </pc:picChg>
        <pc:picChg chg="mod">
          <ac:chgData name="佳妤 凃" userId="39b8f5b1ceed89e2" providerId="LiveId" clId="{310ACEED-73EF-403A-8392-415A87B4B831}" dt="2026-06-28T13:01:47.649" v="1871" actId="164"/>
          <ac:picMkLst>
            <pc:docMk/>
            <pc:sldMk cId="3260775110" sldId="259"/>
            <ac:picMk id="64" creationId="{E8467FCE-1754-4F46-9FE3-BB3ECE958750}"/>
          </ac:picMkLst>
        </pc:picChg>
        <pc:picChg chg="mod">
          <ac:chgData name="佳妤 凃" userId="39b8f5b1ceed89e2" providerId="LiveId" clId="{310ACEED-73EF-403A-8392-415A87B4B831}" dt="2026-06-28T13:01:47.649" v="1871" actId="164"/>
          <ac:picMkLst>
            <pc:docMk/>
            <pc:sldMk cId="3260775110" sldId="259"/>
            <ac:picMk id="66" creationId="{D4A83247-2865-4113-8EF0-76938EB278C0}"/>
          </ac:picMkLst>
        </pc:picChg>
        <pc:cxnChg chg="mod">
          <ac:chgData name="佳妤 凃" userId="39b8f5b1ceed89e2" providerId="LiveId" clId="{310ACEED-73EF-403A-8392-415A87B4B831}" dt="2026-06-28T13:01:47.649" v="1871" actId="164"/>
          <ac:cxnSpMkLst>
            <pc:docMk/>
            <pc:sldMk cId="3260775110" sldId="259"/>
            <ac:cxnSpMk id="18" creationId="{0FAE2AF0-F02F-4CA2-B7A4-8DF9AA7BF4AD}"/>
          </ac:cxnSpMkLst>
        </pc:cxnChg>
        <pc:cxnChg chg="mod">
          <ac:chgData name="佳妤 凃" userId="39b8f5b1ceed89e2" providerId="LiveId" clId="{310ACEED-73EF-403A-8392-415A87B4B831}" dt="2026-06-28T13:01:47.649" v="1871" actId="164"/>
          <ac:cxnSpMkLst>
            <pc:docMk/>
            <pc:sldMk cId="3260775110" sldId="259"/>
            <ac:cxnSpMk id="21" creationId="{8777CD62-057E-43F7-8219-29BD9997F709}"/>
          </ac:cxnSpMkLst>
        </pc:cxnChg>
        <pc:cxnChg chg="mod">
          <ac:chgData name="佳妤 凃" userId="39b8f5b1ceed89e2" providerId="LiveId" clId="{310ACEED-73EF-403A-8392-415A87B4B831}" dt="2026-07-08T11:18:55.943" v="2046" actId="1076"/>
          <ac:cxnSpMkLst>
            <pc:docMk/>
            <pc:sldMk cId="3260775110" sldId="259"/>
            <ac:cxnSpMk id="28" creationId="{15D6262C-028B-4529-A49D-D82157DBAC6F}"/>
          </ac:cxnSpMkLst>
        </pc:cxnChg>
        <pc:cxnChg chg="mod">
          <ac:chgData name="佳妤 凃" userId="39b8f5b1ceed89e2" providerId="LiveId" clId="{310ACEED-73EF-403A-8392-415A87B4B831}" dt="2026-06-28T13:01:47.649" v="1871" actId="164"/>
          <ac:cxnSpMkLst>
            <pc:docMk/>
            <pc:sldMk cId="3260775110" sldId="259"/>
            <ac:cxnSpMk id="42" creationId="{84A43E8C-A3DE-4D6A-BD63-D2E32791A6E8}"/>
          </ac:cxnSpMkLst>
        </pc:cxnChg>
        <pc:cxnChg chg="mod">
          <ac:chgData name="佳妤 凃" userId="39b8f5b1ceed89e2" providerId="LiveId" clId="{310ACEED-73EF-403A-8392-415A87B4B831}" dt="2026-06-28T13:01:47.649" v="1871" actId="164"/>
          <ac:cxnSpMkLst>
            <pc:docMk/>
            <pc:sldMk cId="3260775110" sldId="259"/>
            <ac:cxnSpMk id="51" creationId="{2CB92D8F-D320-46C2-9394-A4A2253D4794}"/>
          </ac:cxnSpMkLst>
        </pc:cxnChg>
        <pc:cxnChg chg="mod">
          <ac:chgData name="佳妤 凃" userId="39b8f5b1ceed89e2" providerId="LiveId" clId="{310ACEED-73EF-403A-8392-415A87B4B831}" dt="2026-06-28T13:01:47.649" v="1871" actId="164"/>
          <ac:cxnSpMkLst>
            <pc:docMk/>
            <pc:sldMk cId="3260775110" sldId="259"/>
            <ac:cxnSpMk id="52" creationId="{F370E576-F84D-42C7-9371-41AC0103C1E3}"/>
          </ac:cxnSpMkLst>
        </pc:cxnChg>
      </pc:sldChg>
      <pc:sldChg chg="addSp delSp modSp new mod ord">
        <pc:chgData name="佳妤 凃" userId="39b8f5b1ceed89e2" providerId="LiveId" clId="{310ACEED-73EF-403A-8392-415A87B4B831}" dt="2026-06-28T21:05:21.288" v="1968" actId="1076"/>
        <pc:sldMkLst>
          <pc:docMk/>
          <pc:sldMk cId="3698828832" sldId="260"/>
        </pc:sldMkLst>
        <pc:spChg chg="del">
          <ac:chgData name="佳妤 凃" userId="39b8f5b1ceed89e2" providerId="LiveId" clId="{310ACEED-73EF-403A-8392-415A87B4B831}" dt="2026-06-22T10:51:37.492" v="644" actId="478"/>
          <ac:spMkLst>
            <pc:docMk/>
            <pc:sldMk cId="3698828832" sldId="260"/>
            <ac:spMk id="2" creationId="{D9025AB7-E2BA-4F6C-84D5-F85D08C693EB}"/>
          </ac:spMkLst>
        </pc:spChg>
        <pc:spChg chg="add mod">
          <ac:chgData name="佳妤 凃" userId="39b8f5b1ceed89e2" providerId="LiveId" clId="{310ACEED-73EF-403A-8392-415A87B4B831}" dt="2026-06-28T20:59:21.275" v="1967" actId="164"/>
          <ac:spMkLst>
            <pc:docMk/>
            <pc:sldMk cId="3698828832" sldId="260"/>
            <ac:spMk id="7" creationId="{51738139-8AF9-4128-BB41-F35D6F37DB27}"/>
          </ac:spMkLst>
        </pc:spChg>
        <pc:spChg chg="add mod">
          <ac:chgData name="佳妤 凃" userId="39b8f5b1ceed89e2" providerId="LiveId" clId="{310ACEED-73EF-403A-8392-415A87B4B831}" dt="2026-06-28T20:59:21.275" v="1967" actId="164"/>
          <ac:spMkLst>
            <pc:docMk/>
            <pc:sldMk cId="3698828832" sldId="260"/>
            <ac:spMk id="8" creationId="{15B6C8D9-96F8-4B04-A09C-996F100E3E25}"/>
          </ac:spMkLst>
        </pc:spChg>
        <pc:grpChg chg="add mod">
          <ac:chgData name="佳妤 凃" userId="39b8f5b1ceed89e2" providerId="LiveId" clId="{310ACEED-73EF-403A-8392-415A87B4B831}" dt="2026-06-28T20:59:21.275" v="1967" actId="164"/>
          <ac:grpSpMkLst>
            <pc:docMk/>
            <pc:sldMk cId="3698828832" sldId="260"/>
            <ac:grpSpMk id="6" creationId="{8A31FDC4-737A-47A9-A664-BE0743A273F1}"/>
          </ac:grpSpMkLst>
        </pc:grpChg>
        <pc:grpChg chg="add mod">
          <ac:chgData name="佳妤 凃" userId="39b8f5b1ceed89e2" providerId="LiveId" clId="{310ACEED-73EF-403A-8392-415A87B4B831}" dt="2026-06-28T21:05:21.288" v="1968" actId="1076"/>
          <ac:grpSpMkLst>
            <pc:docMk/>
            <pc:sldMk cId="3698828832" sldId="260"/>
            <ac:grpSpMk id="9" creationId="{EADCC6BF-3BCD-4720-AF56-4CA7909B4E18}"/>
          </ac:grpSpMkLst>
        </pc:grpChg>
        <pc:graphicFrameChg chg="add mod modGraphic">
          <ac:chgData name="佳妤 凃" userId="39b8f5b1ceed89e2" providerId="LiveId" clId="{310ACEED-73EF-403A-8392-415A87B4B831}" dt="2026-06-28T20:53:52.460" v="1961" actId="1076"/>
          <ac:graphicFrameMkLst>
            <pc:docMk/>
            <pc:sldMk cId="3698828832" sldId="260"/>
            <ac:graphicFrameMk id="3" creationId="{ED118979-FF27-4E8F-8A8A-98D4D4FF0936}"/>
          </ac:graphicFrameMkLst>
        </pc:graphicFrameChg>
        <pc:picChg chg="add mod">
          <ac:chgData name="佳妤 凃" userId="39b8f5b1ceed89e2" providerId="LiveId" clId="{310ACEED-73EF-403A-8392-415A87B4B831}" dt="2026-06-28T20:54:05.375" v="1963" actId="164"/>
          <ac:picMkLst>
            <pc:docMk/>
            <pc:sldMk cId="3698828832" sldId="260"/>
            <ac:picMk id="4" creationId="{2A00CD19-7D46-4FBD-8D3F-AE988F8936A8}"/>
          </ac:picMkLst>
        </pc:picChg>
        <pc:picChg chg="add mod">
          <ac:chgData name="佳妤 凃" userId="39b8f5b1ceed89e2" providerId="LiveId" clId="{310ACEED-73EF-403A-8392-415A87B4B831}" dt="2026-06-28T20:54:05.375" v="1963" actId="164"/>
          <ac:picMkLst>
            <pc:docMk/>
            <pc:sldMk cId="3698828832" sldId="260"/>
            <ac:picMk id="5" creationId="{9417CAB8-4383-4933-A430-A04C31EC8755}"/>
          </ac:picMkLst>
        </pc:picChg>
      </pc:sldChg>
      <pc:sldChg chg="addSp delSp modSp add mod">
        <pc:chgData name="佳妤 凃" userId="39b8f5b1ceed89e2" providerId="LiveId" clId="{310ACEED-73EF-403A-8392-415A87B4B831}" dt="2026-06-28T16:09:24.604" v="1947" actId="164"/>
        <pc:sldMkLst>
          <pc:docMk/>
          <pc:sldMk cId="36372942" sldId="261"/>
        </pc:sldMkLst>
        <pc:spChg chg="add mod ord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9" creationId="{25A70059-5A5C-4832-BC18-A38D6E23D82D}"/>
          </ac:spMkLst>
        </pc:spChg>
        <pc:spChg chg="add mod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20" creationId="{2ADDDE97-1EC5-4CAE-A5DD-45908A09F66C}"/>
          </ac:spMkLst>
        </pc:spChg>
        <pc:spChg chg="add mod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21" creationId="{0486E7FD-0010-40A0-9FB8-5C697112721E}"/>
          </ac:spMkLst>
        </pc:spChg>
        <pc:spChg chg="add mod ord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22" creationId="{6F2049BF-A19E-41D7-906E-1CA18DC82470}"/>
          </ac:spMkLst>
        </pc:spChg>
        <pc:spChg chg="del">
          <ac:chgData name="佳妤 凃" userId="39b8f5b1ceed89e2" providerId="LiveId" clId="{310ACEED-73EF-403A-8392-415A87B4B831}" dt="2026-06-22T10:38:36.882" v="618" actId="478"/>
          <ac:spMkLst>
            <pc:docMk/>
            <pc:sldMk cId="36372942" sldId="261"/>
            <ac:spMk id="103" creationId="{9B1AC1BA-83FD-44B6-B3D1-6D61EBE0A142}"/>
          </ac:spMkLst>
        </pc:spChg>
        <pc:spChg chg="mod">
          <ac:chgData name="佳妤 凃" userId="39b8f5b1ceed89e2" providerId="LiveId" clId="{310ACEED-73EF-403A-8392-415A87B4B831}" dt="2026-06-22T10:38:52.132" v="624" actId="1076"/>
          <ac:spMkLst>
            <pc:docMk/>
            <pc:sldMk cId="36372942" sldId="261"/>
            <ac:spMk id="104" creationId="{1890F5D7-3452-465E-9186-623FC61E0AFA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09" creationId="{0F63B2DF-64EC-4976-8CDE-D722425BF99E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10" creationId="{12A9924F-85A7-49F5-BA58-AC534225FBF6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11" creationId="{F3CB3344-5BA2-41CE-9CFB-B15CC070C5A4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12" creationId="{0299EF66-C54E-477A-B4B4-B40ED070DB82}"/>
          </ac:spMkLst>
        </pc:spChg>
        <pc:spChg chg="mod or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13" creationId="{0D4D35B7-B1E4-4770-96CF-593BA11015BA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17" creationId="{AAC481B9-E8C1-45EA-B5F6-5ED680ED79D1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18" creationId="{C2025B45-DF5F-4AB4-936E-B4D3DF64AF0E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19" creationId="{C088CA52-1E47-4EDC-A246-29F1DA51D76C}"/>
          </ac:spMkLst>
        </pc:spChg>
        <pc:spChg chg="mod topLvl">
          <ac:chgData name="佳妤 凃" userId="39b8f5b1ceed89e2" providerId="LiveId" clId="{310ACEED-73EF-403A-8392-415A87B4B831}" dt="2026-06-28T16:09:24.604" v="1947" actId="164"/>
          <ac:spMkLst>
            <pc:docMk/>
            <pc:sldMk cId="36372942" sldId="261"/>
            <ac:spMk id="120" creationId="{5BEA505E-B6DA-4815-A5DD-0E16CF00FD5F}"/>
          </ac:spMkLst>
        </pc:spChg>
        <pc:grpChg chg="add del mod">
          <ac:chgData name="佳妤 凃" userId="39b8f5b1ceed89e2" providerId="LiveId" clId="{310ACEED-73EF-403A-8392-415A87B4B831}" dt="2026-06-28T16:05:48.139" v="1923" actId="165"/>
          <ac:grpSpMkLst>
            <pc:docMk/>
            <pc:sldMk cId="36372942" sldId="261"/>
            <ac:grpSpMk id="2" creationId="{2AAEF18D-1376-4D0C-993B-AD9ABCCA9942}"/>
          </ac:grpSpMkLst>
        </pc:grpChg>
        <pc:grpChg chg="add mod">
          <ac:chgData name="佳妤 凃" userId="39b8f5b1ceed89e2" providerId="LiveId" clId="{310ACEED-73EF-403A-8392-415A87B4B831}" dt="2026-06-28T16:09:24.604" v="1947" actId="164"/>
          <ac:grpSpMkLst>
            <pc:docMk/>
            <pc:sldMk cId="36372942" sldId="261"/>
            <ac:grpSpMk id="4" creationId="{7FCF213F-4ACE-4EBC-8A2F-E063C03A0DD1}"/>
          </ac:grpSpMkLst>
        </pc:grpChg>
        <pc:grpChg chg="del">
          <ac:chgData name="佳妤 凃" userId="39b8f5b1ceed89e2" providerId="LiveId" clId="{310ACEED-73EF-403A-8392-415A87B4B831}" dt="2026-06-22T10:38:34.062" v="617" actId="478"/>
          <ac:grpSpMkLst>
            <pc:docMk/>
            <pc:sldMk cId="36372942" sldId="261"/>
            <ac:grpSpMk id="107" creationId="{024B31E3-4528-4D89-8781-8A40DDA81DBD}"/>
          </ac:grpSpMkLst>
        </pc:grpChg>
        <pc:grpChg chg="del mod topLvl">
          <ac:chgData name="佳妤 凃" userId="39b8f5b1ceed89e2" providerId="LiveId" clId="{310ACEED-73EF-403A-8392-415A87B4B831}" dt="2026-06-28T16:06:15.167" v="1925" actId="165"/>
          <ac:grpSpMkLst>
            <pc:docMk/>
            <pc:sldMk cId="36372942" sldId="261"/>
            <ac:grpSpMk id="108" creationId="{7DB18D58-1C39-4306-8F02-8C7B11857198}"/>
          </ac:grpSpMkLst>
        </pc:grpChg>
        <pc:grpChg chg="del mod topLvl">
          <ac:chgData name="佳妤 凃" userId="39b8f5b1ceed89e2" providerId="LiveId" clId="{310ACEED-73EF-403A-8392-415A87B4B831}" dt="2026-06-28T16:06:02.476" v="1924" actId="165"/>
          <ac:grpSpMkLst>
            <pc:docMk/>
            <pc:sldMk cId="36372942" sldId="261"/>
            <ac:grpSpMk id="125" creationId="{22D8662C-F5A0-4956-BBA5-D5C7AC3A1240}"/>
          </ac:grpSpMkLst>
        </pc:grpChg>
        <pc:picChg chg="add mod ord topLvl">
          <ac:chgData name="佳妤 凃" userId="39b8f5b1ceed89e2" providerId="LiveId" clId="{310ACEED-73EF-403A-8392-415A87B4B831}" dt="2026-06-28T16:09:24.604" v="1947" actId="164"/>
          <ac:picMkLst>
            <pc:docMk/>
            <pc:sldMk cId="36372942" sldId="261"/>
            <ac:picMk id="3" creationId="{6CAACBE4-E08E-4005-8DB9-F6B9416A6E0D}"/>
          </ac:picMkLst>
        </pc:picChg>
        <pc:picChg chg="mod topLvl">
          <ac:chgData name="佳妤 凃" userId="39b8f5b1ceed89e2" providerId="LiveId" clId="{310ACEED-73EF-403A-8392-415A87B4B831}" dt="2026-06-28T16:09:24.604" v="1947" actId="164"/>
          <ac:picMkLst>
            <pc:docMk/>
            <pc:sldMk cId="36372942" sldId="261"/>
            <ac:picMk id="106" creationId="{A9367CDA-8A06-467D-9EE4-D5E52B3AA3AC}"/>
          </ac:picMkLst>
        </pc:picChg>
        <pc:picChg chg="mod topLvl">
          <ac:chgData name="佳妤 凃" userId="39b8f5b1ceed89e2" providerId="LiveId" clId="{310ACEED-73EF-403A-8392-415A87B4B831}" dt="2026-06-28T16:09:24.604" v="1947" actId="164"/>
          <ac:picMkLst>
            <pc:docMk/>
            <pc:sldMk cId="36372942" sldId="261"/>
            <ac:picMk id="122" creationId="{BAFB5D17-AE9B-4791-822F-F1677210C9C3}"/>
          </ac:picMkLst>
        </pc:picChg>
        <pc:picChg chg="del">
          <ac:chgData name="佳妤 凃" userId="39b8f5b1ceed89e2" providerId="LiveId" clId="{310ACEED-73EF-403A-8392-415A87B4B831}" dt="2026-06-26T23:30:32.554" v="1870" actId="478"/>
          <ac:picMkLst>
            <pc:docMk/>
            <pc:sldMk cId="36372942" sldId="261"/>
            <ac:picMk id="124" creationId="{0D247786-1D55-4E08-B34C-DFD0A7370E9E}"/>
          </ac:picMkLst>
        </pc:picChg>
        <pc:picChg chg="del">
          <ac:chgData name="佳妤 凃" userId="39b8f5b1ceed89e2" providerId="LiveId" clId="{310ACEED-73EF-403A-8392-415A87B4B831}" dt="2026-06-22T10:38:34.062" v="617" actId="478"/>
          <ac:picMkLst>
            <pc:docMk/>
            <pc:sldMk cId="36372942" sldId="261"/>
            <ac:picMk id="127" creationId="{769F44B5-C858-428C-90D1-393F459B2998}"/>
          </ac:picMkLst>
        </pc:picChg>
        <pc:picChg chg="mod topLvl">
          <ac:chgData name="佳妤 凃" userId="39b8f5b1ceed89e2" providerId="LiveId" clId="{310ACEED-73EF-403A-8392-415A87B4B831}" dt="2026-06-28T16:09:24.604" v="1947" actId="164"/>
          <ac:picMkLst>
            <pc:docMk/>
            <pc:sldMk cId="36372942" sldId="261"/>
            <ac:picMk id="129" creationId="{DD2D3DB5-9AEA-4118-9090-C07F2439EE1D}"/>
          </ac:picMkLst>
        </pc:picChg>
      </pc:sldChg>
      <pc:sldChg chg="addSp delSp modSp add mod">
        <pc:chgData name="佳妤 凃" userId="39b8f5b1ceed89e2" providerId="LiveId" clId="{310ACEED-73EF-403A-8392-415A87B4B831}" dt="2026-06-28T20:53:14.719" v="1955" actId="164"/>
        <pc:sldMkLst>
          <pc:docMk/>
          <pc:sldMk cId="1821877021" sldId="262"/>
        </pc:sldMkLst>
        <pc:spChg chg="add mod">
          <ac:chgData name="佳妤 凃" userId="39b8f5b1ceed89e2" providerId="LiveId" clId="{310ACEED-73EF-403A-8392-415A87B4B831}" dt="2026-06-28T20:53:14.719" v="1955" actId="164"/>
          <ac:spMkLst>
            <pc:docMk/>
            <pc:sldMk cId="1821877021" sldId="262"/>
            <ac:spMk id="6" creationId="{3ACFF73A-2A57-48CD-B557-C5090CDE484F}"/>
          </ac:spMkLst>
        </pc:spChg>
        <pc:spChg chg="add mod">
          <ac:chgData name="佳妤 凃" userId="39b8f5b1ceed89e2" providerId="LiveId" clId="{310ACEED-73EF-403A-8392-415A87B4B831}" dt="2026-06-22T11:18:06.482" v="667"/>
          <ac:spMkLst>
            <pc:docMk/>
            <pc:sldMk cId="1821877021" sldId="262"/>
            <ac:spMk id="8" creationId="{C88F5711-18B2-4D69-9F22-3506C5F944D3}"/>
          </ac:spMkLst>
        </pc:spChg>
        <pc:spChg chg="add mod">
          <ac:chgData name="佳妤 凃" userId="39b8f5b1ceed89e2" providerId="LiveId" clId="{310ACEED-73EF-403A-8392-415A87B4B831}" dt="2026-06-22T11:18:23.631" v="671" actId="20577"/>
          <ac:spMkLst>
            <pc:docMk/>
            <pc:sldMk cId="1821877021" sldId="262"/>
            <ac:spMk id="9" creationId="{3E2ED633-9093-4DAB-BA2E-988662A02AB3}"/>
          </ac:spMkLst>
        </pc:spChg>
        <pc:spChg chg="add mod">
          <ac:chgData name="佳妤 凃" userId="39b8f5b1ceed89e2" providerId="LiveId" clId="{310ACEED-73EF-403A-8392-415A87B4B831}" dt="2026-06-28T20:53:14.719" v="1955" actId="164"/>
          <ac:spMkLst>
            <pc:docMk/>
            <pc:sldMk cId="1821877021" sldId="262"/>
            <ac:spMk id="10" creationId="{859AF937-4941-4BE3-B39D-F6882003D650}"/>
          </ac:spMkLst>
        </pc:spChg>
        <pc:grpChg chg="add mod">
          <ac:chgData name="佳妤 凃" userId="39b8f5b1ceed89e2" providerId="LiveId" clId="{310ACEED-73EF-403A-8392-415A87B4B831}" dt="2026-06-28T20:53:14.719" v="1955" actId="164"/>
          <ac:grpSpMkLst>
            <pc:docMk/>
            <pc:sldMk cId="1821877021" sldId="262"/>
            <ac:grpSpMk id="2" creationId="{1B29A447-8D37-4B6C-BB59-DD5D20C4E522}"/>
          </ac:grpSpMkLst>
        </pc:grpChg>
        <pc:graphicFrameChg chg="del">
          <ac:chgData name="佳妤 凃" userId="39b8f5b1ceed89e2" providerId="LiveId" clId="{310ACEED-73EF-403A-8392-415A87B4B831}" dt="2026-06-22T10:52:27.018" v="651" actId="478"/>
          <ac:graphicFrameMkLst>
            <pc:docMk/>
            <pc:sldMk cId="1821877021" sldId="262"/>
            <ac:graphicFrameMk id="3" creationId="{ED118979-FF27-4E8F-8A8A-98D4D4FF0936}"/>
          </ac:graphicFrameMkLst>
        </pc:graphicFrameChg>
        <pc:picChg chg="add mod">
          <ac:chgData name="佳妤 凃" userId="39b8f5b1ceed89e2" providerId="LiveId" clId="{310ACEED-73EF-403A-8392-415A87B4B831}" dt="2026-06-28T20:53:14.719" v="1955" actId="164"/>
          <ac:picMkLst>
            <pc:docMk/>
            <pc:sldMk cId="1821877021" sldId="262"/>
            <ac:picMk id="4" creationId="{320BA0F8-E23E-48C6-A490-3EFE38F4B418}"/>
          </ac:picMkLst>
        </pc:picChg>
        <pc:picChg chg="del">
          <ac:chgData name="佳妤 凃" userId="39b8f5b1ceed89e2" providerId="LiveId" clId="{310ACEED-73EF-403A-8392-415A87B4B831}" dt="2026-06-22T10:52:27.018" v="651" actId="478"/>
          <ac:picMkLst>
            <pc:docMk/>
            <pc:sldMk cId="1821877021" sldId="262"/>
            <ac:picMk id="5" creationId="{9417CAB8-4383-4933-A430-A04C31EC8755}"/>
          </ac:picMkLst>
        </pc:picChg>
        <pc:picChg chg="add mod">
          <ac:chgData name="佳妤 凃" userId="39b8f5b1ceed89e2" providerId="LiveId" clId="{310ACEED-73EF-403A-8392-415A87B4B831}" dt="2026-06-28T20:53:14.719" v="1955" actId="164"/>
          <ac:picMkLst>
            <pc:docMk/>
            <pc:sldMk cId="1821877021" sldId="262"/>
            <ac:picMk id="7" creationId="{D7B487A5-41AD-4DE5-AA28-316BDF9EAEE6}"/>
          </ac:picMkLst>
        </pc:picChg>
      </pc:sldChg>
      <pc:sldChg chg="addSp delSp modSp add del mod">
        <pc:chgData name="佳妤 凃" userId="39b8f5b1ceed89e2" providerId="LiveId" clId="{310ACEED-73EF-403A-8392-415A87B4B831}" dt="2026-06-23T15:39:44.704" v="1835" actId="47"/>
        <pc:sldMkLst>
          <pc:docMk/>
          <pc:sldMk cId="407808736" sldId="263"/>
        </pc:sldMkLst>
        <pc:spChg chg="add del mod">
          <ac:chgData name="佳妤 凃" userId="39b8f5b1ceed89e2" providerId="LiveId" clId="{310ACEED-73EF-403A-8392-415A87B4B831}" dt="2026-06-23T15:00:30.804" v="1372" actId="478"/>
          <ac:spMkLst>
            <pc:docMk/>
            <pc:sldMk cId="407808736" sldId="263"/>
            <ac:spMk id="20" creationId="{3C3DFAA7-BE37-4032-893E-54599847CAA1}"/>
          </ac:spMkLst>
        </pc:spChg>
        <pc:spChg chg="add del mod">
          <ac:chgData name="佳妤 凃" userId="39b8f5b1ceed89e2" providerId="LiveId" clId="{310ACEED-73EF-403A-8392-415A87B4B831}" dt="2026-06-23T15:00:30.804" v="1372" actId="478"/>
          <ac:spMkLst>
            <pc:docMk/>
            <pc:sldMk cId="407808736" sldId="263"/>
            <ac:spMk id="38" creationId="{FB477680-2C11-46BE-86CA-7C4D670C0F51}"/>
          </ac:spMkLst>
        </pc:spChg>
        <pc:spChg chg="add mod ord">
          <ac:chgData name="佳妤 凃" userId="39b8f5b1ceed89e2" providerId="LiveId" clId="{310ACEED-73EF-403A-8392-415A87B4B831}" dt="2026-06-23T15:15:43.205" v="1711" actId="164"/>
          <ac:spMkLst>
            <pc:docMk/>
            <pc:sldMk cId="407808736" sldId="263"/>
            <ac:spMk id="39" creationId="{52220C1F-873C-457C-AAD2-80C73EA33CE4}"/>
          </ac:spMkLst>
        </pc:spChg>
        <pc:spChg chg="add del mod">
          <ac:chgData name="佳妤 凃" userId="39b8f5b1ceed89e2" providerId="LiveId" clId="{310ACEED-73EF-403A-8392-415A87B4B831}" dt="2026-06-23T15:19:43.060" v="1741" actId="478"/>
          <ac:spMkLst>
            <pc:docMk/>
            <pc:sldMk cId="407808736" sldId="263"/>
            <ac:spMk id="41" creationId="{BD8F9B68-D51A-4AFB-A9E7-C1A6C0C82424}"/>
          </ac:spMkLst>
        </pc:spChg>
        <pc:spChg chg="add del mod">
          <ac:chgData name="佳妤 凃" userId="39b8f5b1ceed89e2" providerId="LiveId" clId="{310ACEED-73EF-403A-8392-415A87B4B831}" dt="2026-06-23T15:22:03.490" v="1812" actId="478"/>
          <ac:spMkLst>
            <pc:docMk/>
            <pc:sldMk cId="407808736" sldId="263"/>
            <ac:spMk id="42" creationId="{437562ED-95D4-4E93-BC6B-FAC0ACB92974}"/>
          </ac:spMkLst>
        </pc:spChg>
        <pc:spChg chg="add del mod">
          <ac:chgData name="佳妤 凃" userId="39b8f5b1ceed89e2" providerId="LiveId" clId="{310ACEED-73EF-403A-8392-415A87B4B831}" dt="2026-06-23T15:22:03.490" v="1812" actId="478"/>
          <ac:spMkLst>
            <pc:docMk/>
            <pc:sldMk cId="407808736" sldId="263"/>
            <ac:spMk id="53" creationId="{3860BD21-4FA3-4CFE-B123-25ECF47CCB58}"/>
          </ac:spMkLst>
        </pc:spChg>
        <pc:spChg chg="add mod">
          <ac:chgData name="佳妤 凃" userId="39b8f5b1ceed89e2" providerId="LiveId" clId="{310ACEED-73EF-403A-8392-415A87B4B831}" dt="2026-06-23T15:15:43.205" v="1711" actId="164"/>
          <ac:spMkLst>
            <pc:docMk/>
            <pc:sldMk cId="407808736" sldId="263"/>
            <ac:spMk id="54" creationId="{9CEBC3BD-2D7E-4254-A0BD-A4FA7D1043EC}"/>
          </ac:spMkLst>
        </pc:spChg>
        <pc:spChg chg="mod">
          <ac:chgData name="佳妤 凃" userId="39b8f5b1ceed89e2" providerId="LiveId" clId="{310ACEED-73EF-403A-8392-415A87B4B831}" dt="2026-06-23T15:19:17.802" v="1737" actId="208"/>
          <ac:spMkLst>
            <pc:docMk/>
            <pc:sldMk cId="407808736" sldId="263"/>
            <ac:spMk id="56" creationId="{2DA4ED1C-5B4E-43E8-B8B2-82616F751B21}"/>
          </ac:spMkLst>
        </pc:spChg>
        <pc:spChg chg="mod">
          <ac:chgData name="佳妤 凃" userId="39b8f5b1ceed89e2" providerId="LiveId" clId="{310ACEED-73EF-403A-8392-415A87B4B831}" dt="2026-06-23T15:19:25.541" v="1738" actId="207"/>
          <ac:spMkLst>
            <pc:docMk/>
            <pc:sldMk cId="407808736" sldId="263"/>
            <ac:spMk id="57" creationId="{F2717CC2-C051-40AD-9C0E-8124508221DC}"/>
          </ac:spMkLst>
        </pc:spChg>
        <pc:spChg chg="mod">
          <ac:chgData name="佳妤 凃" userId="39b8f5b1ceed89e2" providerId="LiveId" clId="{310ACEED-73EF-403A-8392-415A87B4B831}" dt="2026-06-23T15:20:47.033" v="1773" actId="208"/>
          <ac:spMkLst>
            <pc:docMk/>
            <pc:sldMk cId="407808736" sldId="263"/>
            <ac:spMk id="59" creationId="{881010ED-7F07-425D-8213-5605C2AB6DA7}"/>
          </ac:spMkLst>
        </pc:spChg>
        <pc:spChg chg="mod">
          <ac:chgData name="佳妤 凃" userId="39b8f5b1ceed89e2" providerId="LiveId" clId="{310ACEED-73EF-403A-8392-415A87B4B831}" dt="2026-06-23T15:20:56.127" v="1775" actId="207"/>
          <ac:spMkLst>
            <pc:docMk/>
            <pc:sldMk cId="407808736" sldId="263"/>
            <ac:spMk id="60" creationId="{421AE8CD-842E-478C-85F2-958C8A8164F3}"/>
          </ac:spMkLst>
        </pc:spChg>
        <pc:spChg chg="add del">
          <ac:chgData name="佳妤 凃" userId="39b8f5b1ceed89e2" providerId="LiveId" clId="{310ACEED-73EF-403A-8392-415A87B4B831}" dt="2026-06-23T15:20:25.044" v="1770" actId="478"/>
          <ac:spMkLst>
            <pc:docMk/>
            <pc:sldMk cId="407808736" sldId="263"/>
            <ac:spMk id="61" creationId="{0E2999E7-70AA-45C7-9712-D35ADE3FE15D}"/>
          </ac:spMkLst>
        </pc:spChg>
        <pc:spChg chg="add del mod">
          <ac:chgData name="佳妤 凃" userId="39b8f5b1ceed89e2" providerId="LiveId" clId="{310ACEED-73EF-403A-8392-415A87B4B831}" dt="2026-06-23T15:20:58.153" v="1776" actId="478"/>
          <ac:spMkLst>
            <pc:docMk/>
            <pc:sldMk cId="407808736" sldId="263"/>
            <ac:spMk id="62" creationId="{C1E6A82A-67DD-4F47-AD31-8064FFDAE1F8}"/>
          </ac:spMkLst>
        </pc:spChg>
        <pc:spChg chg="mod">
          <ac:chgData name="佳妤 凃" userId="39b8f5b1ceed89e2" providerId="LiveId" clId="{310ACEED-73EF-403A-8392-415A87B4B831}" dt="2026-06-23T15:23:19.276" v="1816" actId="208"/>
          <ac:spMkLst>
            <pc:docMk/>
            <pc:sldMk cId="407808736" sldId="263"/>
            <ac:spMk id="64" creationId="{89FC8397-E3F1-48E6-B7A6-48CC197E5E87}"/>
          </ac:spMkLst>
        </pc:spChg>
        <pc:spChg chg="mod">
          <ac:chgData name="佳妤 凃" userId="39b8f5b1ceed89e2" providerId="LiveId" clId="{310ACEED-73EF-403A-8392-415A87B4B831}" dt="2026-06-23T15:23:13.251" v="1815" actId="208"/>
          <ac:spMkLst>
            <pc:docMk/>
            <pc:sldMk cId="407808736" sldId="263"/>
            <ac:spMk id="65" creationId="{8F663D8B-D5B8-4A85-A69A-8E1C2B90D1CB}"/>
          </ac:spMkLst>
        </pc:spChg>
        <pc:grpChg chg="del">
          <ac:chgData name="佳妤 凃" userId="39b8f5b1ceed89e2" providerId="LiveId" clId="{310ACEED-73EF-403A-8392-415A87B4B831}" dt="2026-06-23T14:58:11.544" v="1353" actId="478"/>
          <ac:grpSpMkLst>
            <pc:docMk/>
            <pc:sldMk cId="407808736" sldId="263"/>
            <ac:grpSpMk id="18" creationId="{14D330CF-CB01-42E1-A0EC-3823E91A216F}"/>
          </ac:grpSpMkLst>
        </pc:grpChg>
        <pc:grpChg chg="add mod">
          <ac:chgData name="佳妤 凃" userId="39b8f5b1ceed89e2" providerId="LiveId" clId="{310ACEED-73EF-403A-8392-415A87B4B831}" dt="2026-06-23T15:26:21.409" v="1820" actId="164"/>
          <ac:grpSpMkLst>
            <pc:docMk/>
            <pc:sldMk cId="407808736" sldId="263"/>
            <ac:grpSpMk id="24" creationId="{1EE7D1DE-AF4B-451B-9A21-F21182B23974}"/>
          </ac:grpSpMkLst>
        </pc:grpChg>
        <pc:grpChg chg="add mod">
          <ac:chgData name="佳妤 凃" userId="39b8f5b1ceed89e2" providerId="LiveId" clId="{310ACEED-73EF-403A-8392-415A87B4B831}" dt="2026-06-23T15:26:28.649" v="1822" actId="1076"/>
          <ac:grpSpMkLst>
            <pc:docMk/>
            <pc:sldMk cId="407808736" sldId="263"/>
            <ac:grpSpMk id="27" creationId="{7C15BA49-C7FA-4193-BEDD-AE8531244388}"/>
          </ac:grpSpMkLst>
        </pc:grpChg>
        <pc:grpChg chg="del">
          <ac:chgData name="佳妤 凃" userId="39b8f5b1ceed89e2" providerId="LiveId" clId="{310ACEED-73EF-403A-8392-415A87B4B831}" dt="2026-06-23T14:58:14.192" v="1354" actId="478"/>
          <ac:grpSpMkLst>
            <pc:docMk/>
            <pc:sldMk cId="407808736" sldId="263"/>
            <ac:grpSpMk id="52" creationId="{060885E4-AED4-4403-AFCA-CAD9F2507064}"/>
          </ac:grpSpMkLst>
        </pc:grpChg>
        <pc:grpChg chg="add mod">
          <ac:chgData name="佳妤 凃" userId="39b8f5b1ceed89e2" providerId="LiveId" clId="{310ACEED-73EF-403A-8392-415A87B4B831}" dt="2026-06-23T15:26:21.409" v="1820" actId="164"/>
          <ac:grpSpMkLst>
            <pc:docMk/>
            <pc:sldMk cId="407808736" sldId="263"/>
            <ac:grpSpMk id="55" creationId="{2760928B-B706-441B-A70F-01E9698082B8}"/>
          </ac:grpSpMkLst>
        </pc:grpChg>
        <pc:grpChg chg="add mod">
          <ac:chgData name="佳妤 凃" userId="39b8f5b1ceed89e2" providerId="LiveId" clId="{310ACEED-73EF-403A-8392-415A87B4B831}" dt="2026-06-23T15:26:21.409" v="1820" actId="164"/>
          <ac:grpSpMkLst>
            <pc:docMk/>
            <pc:sldMk cId="407808736" sldId="263"/>
            <ac:grpSpMk id="58" creationId="{E6742E4F-363F-470F-9E79-2546583E92AD}"/>
          </ac:grpSpMkLst>
        </pc:grpChg>
        <pc:grpChg chg="add mod">
          <ac:chgData name="佳妤 凃" userId="39b8f5b1ceed89e2" providerId="LiveId" clId="{310ACEED-73EF-403A-8392-415A87B4B831}" dt="2026-06-23T15:26:21.409" v="1820" actId="164"/>
          <ac:grpSpMkLst>
            <pc:docMk/>
            <pc:sldMk cId="407808736" sldId="263"/>
            <ac:grpSpMk id="63" creationId="{602DD6D4-492F-4DDB-913E-451BAC66E17E}"/>
          </ac:grpSpMkLst>
        </pc:grpChg>
        <pc:graphicFrameChg chg="add del mod">
          <ac:chgData name="佳妤 凃" userId="39b8f5b1ceed89e2" providerId="LiveId" clId="{310ACEED-73EF-403A-8392-415A87B4B831}" dt="2026-06-23T15:05:01.559" v="1483" actId="478"/>
          <ac:graphicFrameMkLst>
            <pc:docMk/>
            <pc:sldMk cId="407808736" sldId="263"/>
            <ac:graphicFrameMk id="21" creationId="{835A2FEC-6A60-4A04-B3A8-DF5077263E18}"/>
          </ac:graphicFrameMkLst>
        </pc:graphicFrameChg>
        <pc:graphicFrameChg chg="add del mod modGraphic">
          <ac:chgData name="佳妤 凃" userId="39b8f5b1ceed89e2" providerId="LiveId" clId="{310ACEED-73EF-403A-8392-415A87B4B831}" dt="2026-06-23T15:15:54.797" v="1713" actId="478"/>
          <ac:graphicFrameMkLst>
            <pc:docMk/>
            <pc:sldMk cId="407808736" sldId="263"/>
            <ac:graphicFrameMk id="22" creationId="{B81C9594-1581-4D83-B7D2-ECB59ABC6E46}"/>
          </ac:graphicFrameMkLst>
        </pc:graphicFrameChg>
        <pc:picChg chg="add del mod">
          <ac:chgData name="佳妤 凃" userId="39b8f5b1ceed89e2" providerId="LiveId" clId="{310ACEED-73EF-403A-8392-415A87B4B831}" dt="2026-06-23T15:23:22.389" v="1817" actId="478"/>
          <ac:picMkLst>
            <pc:docMk/>
            <pc:sldMk cId="407808736" sldId="263"/>
            <ac:picMk id="19" creationId="{F7846D52-4521-40B2-8255-E86C930B9EA8}"/>
          </ac:picMkLst>
        </pc:picChg>
        <pc:picChg chg="add mod">
          <ac:chgData name="佳妤 凃" userId="39b8f5b1ceed89e2" providerId="LiveId" clId="{310ACEED-73EF-403A-8392-415A87B4B831}" dt="2026-06-23T15:28:05.371" v="1834" actId="14100"/>
          <ac:picMkLst>
            <pc:docMk/>
            <pc:sldMk cId="407808736" sldId="263"/>
            <ac:picMk id="66" creationId="{0DA1BD30-D40D-400D-8BAE-3B64D647607F}"/>
          </ac:picMkLst>
        </pc:picChg>
        <pc:cxnChg chg="mod">
          <ac:chgData name="佳妤 凃" userId="39b8f5b1ceed89e2" providerId="LiveId" clId="{310ACEED-73EF-403A-8392-415A87B4B831}" dt="2026-06-23T14:58:14.192" v="1354" actId="478"/>
          <ac:cxnSpMkLst>
            <pc:docMk/>
            <pc:sldMk cId="407808736" sldId="263"/>
            <ac:cxnSpMk id="36" creationId="{AA30BDA1-DAFF-4D3F-8186-471A757042B9}"/>
          </ac:cxnSpMkLst>
        </pc:cxnChg>
      </pc:sldChg>
      <pc:sldMasterChg chg="addSldLayout">
        <pc:chgData name="佳妤 凃" userId="39b8f5b1ceed89e2" providerId="LiveId" clId="{310ACEED-73EF-403A-8392-415A87B4B831}" dt="2026-06-21T11:19:47.876" v="0" actId="680"/>
        <pc:sldMasterMkLst>
          <pc:docMk/>
          <pc:sldMasterMk cId="1528699685" sldId="2147483648"/>
        </pc:sldMasterMkLst>
        <pc:sldLayoutChg chg="add">
          <pc:chgData name="佳妤 凃" userId="39b8f5b1ceed89e2" providerId="LiveId" clId="{310ACEED-73EF-403A-8392-415A87B4B831}" dt="2026-06-21T11:19:47.876" v="0" actId="680"/>
          <pc:sldLayoutMkLst>
            <pc:docMk/>
            <pc:sldMasterMk cId="1528699685" sldId="2147483648"/>
            <pc:sldLayoutMk cId="709105247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BF9CA-0722-4E75-B434-56F91C2C041D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A38DE-EFE7-4F37-B37C-71EF990DF2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82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A38DE-EFE7-4F37-B37C-71EF990DF2F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33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A38DE-EFE7-4F37-B37C-71EF990DF2F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653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A38DE-EFE7-4F37-B37C-71EF990DF2F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97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A38DE-EFE7-4F37-B37C-71EF990DF2F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163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3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0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7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321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3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0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6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5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0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5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5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>
            <a:extLst>
              <a:ext uri="{FF2B5EF4-FFF2-40B4-BE49-F238E27FC236}">
                <a16:creationId xmlns:a16="http://schemas.microsoft.com/office/drawing/2014/main" id="{14D330CF-CB01-42E1-A0EC-3823E91A216F}"/>
              </a:ext>
            </a:extLst>
          </p:cNvPr>
          <p:cNvGrpSpPr/>
          <p:nvPr/>
        </p:nvGrpSpPr>
        <p:grpSpPr>
          <a:xfrm>
            <a:off x="127956" y="1333499"/>
            <a:ext cx="6602088" cy="1882914"/>
            <a:chOff x="1028700" y="2408294"/>
            <a:chExt cx="16644880" cy="4467424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3FE0F45C-1BA3-4127-AEC6-0849D97976B3}"/>
                </a:ext>
              </a:extLst>
            </p:cNvPr>
            <p:cNvSpPr/>
            <p:nvPr/>
          </p:nvSpPr>
          <p:spPr>
            <a:xfrm>
              <a:off x="1028700" y="3213535"/>
              <a:ext cx="13838306" cy="0"/>
            </a:xfrm>
            <a:prstGeom prst="line">
              <a:avLst/>
            </a:prstGeom>
            <a:ln w="1905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41146E20-96B7-44BF-BDC6-0E3B7A15DF71}"/>
                </a:ext>
              </a:extLst>
            </p:cNvPr>
            <p:cNvSpPr/>
            <p:nvPr/>
          </p:nvSpPr>
          <p:spPr>
            <a:xfrm rot="5400000">
              <a:off x="15074698" y="2024895"/>
              <a:ext cx="1629446" cy="2396244"/>
            </a:xfrm>
            <a:custGeom>
              <a:avLst/>
              <a:gdLst/>
              <a:ahLst/>
              <a:cxnLst/>
              <a:rect l="l" t="t" r="r" b="b"/>
              <a:pathLst>
                <a:path w="1629446" h="2396244">
                  <a:moveTo>
                    <a:pt x="0" y="0"/>
                  </a:moveTo>
                  <a:lnTo>
                    <a:pt x="1629446" y="0"/>
                  </a:lnTo>
                  <a:lnTo>
                    <a:pt x="1629446" y="2396244"/>
                  </a:lnTo>
                  <a:lnTo>
                    <a:pt x="0" y="239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59013305-287B-4EE8-8A35-B04752888246}"/>
                </a:ext>
              </a:extLst>
            </p:cNvPr>
            <p:cNvSpPr txBox="1"/>
            <p:nvPr/>
          </p:nvSpPr>
          <p:spPr>
            <a:xfrm>
              <a:off x="1067082" y="3577277"/>
              <a:ext cx="2277734" cy="441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1200" b="1" dirty="0">
                  <a:solidFill>
                    <a:srgbClr val="000000"/>
                  </a:solidFill>
                  <a:ea typeface="Garet Bold"/>
                  <a:cs typeface="Garet Bold"/>
                  <a:sym typeface="Garet Bold"/>
                </a:rPr>
                <a:t>Boltz2</a:t>
              </a:r>
            </a:p>
          </p:txBody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BC0AD502-3B7C-4AEB-8516-75A868D06D7C}"/>
                </a:ext>
              </a:extLst>
            </p:cNvPr>
            <p:cNvSpPr txBox="1"/>
            <p:nvPr/>
          </p:nvSpPr>
          <p:spPr>
            <a:xfrm>
              <a:off x="5005389" y="3577277"/>
              <a:ext cx="2277734" cy="458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1200" b="1" dirty="0" err="1">
                  <a:solidFill>
                    <a:srgbClr val="000000"/>
                  </a:solidFill>
                  <a:ea typeface="Garet Bold"/>
                  <a:cs typeface="Garet Bold"/>
                  <a:sym typeface="Garet Bold"/>
                </a:rPr>
                <a:t>ChimeraX</a:t>
              </a:r>
              <a:endParaRPr lang="en-US" sz="1200" b="1" dirty="0">
                <a:solidFill>
                  <a:srgbClr val="000000"/>
                </a:solidFill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20FA17AC-0DE9-4A72-8BBD-A0DBF593501C}"/>
                </a:ext>
              </a:extLst>
            </p:cNvPr>
            <p:cNvSpPr txBox="1"/>
            <p:nvPr/>
          </p:nvSpPr>
          <p:spPr>
            <a:xfrm>
              <a:off x="8982076" y="3577277"/>
              <a:ext cx="2277734" cy="458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1200" b="1" dirty="0" err="1">
                  <a:solidFill>
                    <a:srgbClr val="000000"/>
                  </a:solidFill>
                  <a:ea typeface="Garet Bold"/>
                  <a:cs typeface="Garet Bold"/>
                  <a:sym typeface="Garet Bold"/>
                </a:rPr>
                <a:t>Biopython</a:t>
              </a:r>
              <a:endParaRPr lang="en-US" sz="1200" b="1" dirty="0">
                <a:solidFill>
                  <a:srgbClr val="000000"/>
                </a:solidFill>
                <a:ea typeface="Garet Bold"/>
                <a:cs typeface="Garet Bold"/>
                <a:sym typeface="Garet Bold"/>
              </a:endParaRPr>
            </a:p>
          </p:txBody>
        </p:sp>
        <p:grpSp>
          <p:nvGrpSpPr>
            <p:cNvPr id="9" name="Group 19">
              <a:extLst>
                <a:ext uri="{FF2B5EF4-FFF2-40B4-BE49-F238E27FC236}">
                  <a16:creationId xmlns:a16="http://schemas.microsoft.com/office/drawing/2014/main" id="{A51B657F-CFAA-4D57-B8B8-9DA3F97516B2}"/>
                </a:ext>
              </a:extLst>
            </p:cNvPr>
            <p:cNvGrpSpPr/>
            <p:nvPr/>
          </p:nvGrpSpPr>
          <p:grpSpPr>
            <a:xfrm>
              <a:off x="12958762" y="3577276"/>
              <a:ext cx="4714818" cy="3298442"/>
              <a:chOff x="-6427" y="-896419"/>
              <a:chExt cx="6286423" cy="4397920"/>
            </a:xfrm>
          </p:grpSpPr>
          <p:sp>
            <p:nvSpPr>
              <p:cNvPr id="10" name="TextBox 20">
                <a:extLst>
                  <a:ext uri="{FF2B5EF4-FFF2-40B4-BE49-F238E27FC236}">
                    <a16:creationId xmlns:a16="http://schemas.microsoft.com/office/drawing/2014/main" id="{A73934CB-E788-454C-B87C-5EB544B8A02A}"/>
                  </a:ext>
                </a:extLst>
              </p:cNvPr>
              <p:cNvSpPr txBox="1"/>
              <p:nvPr/>
            </p:nvSpPr>
            <p:spPr>
              <a:xfrm>
                <a:off x="0" y="-896419"/>
                <a:ext cx="5498616" cy="58867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249"/>
                  </a:lnSpc>
                  <a:spcBef>
                    <a:spcPct val="0"/>
                  </a:spcBef>
                </a:pPr>
                <a:r>
                  <a:rPr lang="en-US" sz="1200" b="1" dirty="0" err="1">
                    <a:solidFill>
                      <a:srgbClr val="000000"/>
                    </a:solidFill>
                    <a:ea typeface="Garet Bold"/>
                    <a:cs typeface="Garet Bold"/>
                    <a:sym typeface="Garet Bold"/>
                  </a:rPr>
                  <a:t>OpenMM</a:t>
                </a:r>
                <a:endParaRPr lang="en-US" sz="1200" b="1" dirty="0">
                  <a:solidFill>
                    <a:srgbClr val="000000"/>
                  </a:solidFill>
                  <a:ea typeface="Garet Bold"/>
                  <a:cs typeface="Garet Bold"/>
                  <a:sym typeface="Garet Bold"/>
                </a:endParaRPr>
              </a:p>
            </p:txBody>
          </p:sp>
          <p:sp>
            <p:nvSpPr>
              <p:cNvPr id="11" name="TextBox 21">
                <a:extLst>
                  <a:ext uri="{FF2B5EF4-FFF2-40B4-BE49-F238E27FC236}">
                    <a16:creationId xmlns:a16="http://schemas.microsoft.com/office/drawing/2014/main" id="{2C2035BF-AF2D-4C1C-80B1-2B68C861ECD0}"/>
                  </a:ext>
                </a:extLst>
              </p:cNvPr>
              <p:cNvSpPr txBox="1"/>
              <p:nvPr/>
            </p:nvSpPr>
            <p:spPr>
              <a:xfrm>
                <a:off x="-6427" y="341008"/>
                <a:ext cx="6286423" cy="316049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180000" lvl="0" indent="-180000" algn="l">
                  <a:lnSpc>
                    <a:spcPts val="2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1100" dirty="0">
                    <a:solidFill>
                      <a:srgbClr val="000000"/>
                    </a:solidFill>
                    <a:ea typeface="Garet"/>
                    <a:cs typeface="Garet"/>
                    <a:sym typeface="Garet"/>
                  </a:rPr>
                  <a:t>Protein </a:t>
                </a:r>
                <a:r>
                  <a:rPr lang="en-US" sz="1100" dirty="0" err="1">
                    <a:solidFill>
                      <a:srgbClr val="000000"/>
                    </a:solidFill>
                    <a:ea typeface="Garet"/>
                    <a:cs typeface="Garet"/>
                    <a:sym typeface="Garet"/>
                  </a:rPr>
                  <a:t>minimisation</a:t>
                </a:r>
                <a:endParaRPr lang="en-US" sz="1100" dirty="0">
                  <a:solidFill>
                    <a:srgbClr val="000000"/>
                  </a:solidFill>
                  <a:ea typeface="Garet"/>
                  <a:cs typeface="Garet"/>
                  <a:sym typeface="Garet"/>
                </a:endParaRPr>
              </a:p>
              <a:p>
                <a:pPr marL="180000" lvl="0" indent="-180000" algn="l">
                  <a:lnSpc>
                    <a:spcPts val="2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1100" dirty="0">
                    <a:solidFill>
                      <a:srgbClr val="000000"/>
                    </a:solidFill>
                    <a:ea typeface="Garet"/>
                    <a:cs typeface="Garet"/>
                    <a:sym typeface="Garet"/>
                  </a:rPr>
                  <a:t>membrane construction</a:t>
                </a:r>
              </a:p>
              <a:p>
                <a:pPr marL="180000" lvl="0" indent="-180000" algn="l">
                  <a:lnSpc>
                    <a:spcPts val="2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1100" dirty="0">
                    <a:solidFill>
                      <a:srgbClr val="000000"/>
                    </a:solidFill>
                    <a:ea typeface="Garet"/>
                    <a:cs typeface="Garet"/>
                    <a:sym typeface="Garet"/>
                  </a:rPr>
                  <a:t>System coarse </a:t>
                </a:r>
                <a:r>
                  <a:rPr lang="en-US" sz="1100" dirty="0" err="1">
                    <a:solidFill>
                      <a:srgbClr val="000000"/>
                    </a:solidFill>
                    <a:ea typeface="Garet"/>
                    <a:cs typeface="Garet"/>
                    <a:sym typeface="Garet"/>
                  </a:rPr>
                  <a:t>minimisation</a:t>
                </a:r>
                <a:endParaRPr lang="en-US" sz="1100" dirty="0">
                  <a:solidFill>
                    <a:srgbClr val="000000"/>
                  </a:solidFill>
                  <a:ea typeface="Garet"/>
                  <a:cs typeface="Garet"/>
                  <a:sym typeface="Garet"/>
                </a:endParaRPr>
              </a:p>
              <a:p>
                <a:pPr marL="180000" lvl="0" indent="-180000" algn="l">
                  <a:lnSpc>
                    <a:spcPts val="2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1100" dirty="0">
                    <a:solidFill>
                      <a:srgbClr val="000000"/>
                    </a:solidFill>
                    <a:ea typeface="Garet"/>
                    <a:cs typeface="Garet"/>
                    <a:sym typeface="Garet"/>
                  </a:rPr>
                  <a:t>System fine </a:t>
                </a:r>
                <a:r>
                  <a:rPr lang="en-US" sz="1100" dirty="0" err="1">
                    <a:solidFill>
                      <a:srgbClr val="000000"/>
                    </a:solidFill>
                    <a:ea typeface="Garet"/>
                    <a:cs typeface="Garet"/>
                    <a:sym typeface="Garet"/>
                  </a:rPr>
                  <a:t>minimisation</a:t>
                </a:r>
                <a:endParaRPr lang="en-US" sz="1100" dirty="0">
                  <a:solidFill>
                    <a:srgbClr val="000000"/>
                  </a:solidFill>
                  <a:ea typeface="Garet"/>
                  <a:cs typeface="Garet"/>
                  <a:sym typeface="Garet"/>
                </a:endParaRPr>
              </a:p>
            </p:txBody>
          </p:sp>
        </p:grpSp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1444FD9E-9999-425C-BBD2-4FBF065D66D4}"/>
                </a:ext>
              </a:extLst>
            </p:cNvPr>
            <p:cNvSpPr/>
            <p:nvPr/>
          </p:nvSpPr>
          <p:spPr>
            <a:xfrm>
              <a:off x="1028700" y="3023116"/>
              <a:ext cx="380752" cy="380752"/>
            </a:xfrm>
            <a:custGeom>
              <a:avLst/>
              <a:gdLst/>
              <a:ahLst/>
              <a:cxnLst/>
              <a:rect l="l" t="t" r="r" b="b"/>
              <a:pathLst>
                <a:path w="380752" h="380752">
                  <a:moveTo>
                    <a:pt x="0" y="0"/>
                  </a:moveTo>
                  <a:lnTo>
                    <a:pt x="380752" y="0"/>
                  </a:lnTo>
                  <a:lnTo>
                    <a:pt x="380752" y="380752"/>
                  </a:lnTo>
                  <a:lnTo>
                    <a:pt x="0" y="380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09FC93CB-88E3-4024-A38C-623EAF01FC8F}"/>
                </a:ext>
              </a:extLst>
            </p:cNvPr>
            <p:cNvSpPr/>
            <p:nvPr/>
          </p:nvSpPr>
          <p:spPr>
            <a:xfrm>
              <a:off x="5005388" y="3023116"/>
              <a:ext cx="380752" cy="380752"/>
            </a:xfrm>
            <a:custGeom>
              <a:avLst/>
              <a:gdLst/>
              <a:ahLst/>
              <a:cxnLst/>
              <a:rect l="l" t="t" r="r" b="b"/>
              <a:pathLst>
                <a:path w="380752" h="380752">
                  <a:moveTo>
                    <a:pt x="0" y="0"/>
                  </a:moveTo>
                  <a:lnTo>
                    <a:pt x="380752" y="0"/>
                  </a:lnTo>
                  <a:lnTo>
                    <a:pt x="380752" y="380752"/>
                  </a:lnTo>
                  <a:lnTo>
                    <a:pt x="0" y="380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96C52806-58A0-4869-9B70-FC9AEC53C713}"/>
                </a:ext>
              </a:extLst>
            </p:cNvPr>
            <p:cNvSpPr/>
            <p:nvPr/>
          </p:nvSpPr>
          <p:spPr>
            <a:xfrm>
              <a:off x="8982075" y="3023116"/>
              <a:ext cx="380752" cy="380752"/>
            </a:xfrm>
            <a:custGeom>
              <a:avLst/>
              <a:gdLst/>
              <a:ahLst/>
              <a:cxnLst/>
              <a:rect l="l" t="t" r="r" b="b"/>
              <a:pathLst>
                <a:path w="380752" h="380752">
                  <a:moveTo>
                    <a:pt x="0" y="0"/>
                  </a:moveTo>
                  <a:lnTo>
                    <a:pt x="380752" y="0"/>
                  </a:lnTo>
                  <a:lnTo>
                    <a:pt x="380752" y="380752"/>
                  </a:lnTo>
                  <a:lnTo>
                    <a:pt x="0" y="380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9D6B6778-C8FA-4B11-AC5B-FB7B4AD26D18}"/>
                </a:ext>
              </a:extLst>
            </p:cNvPr>
            <p:cNvSpPr/>
            <p:nvPr/>
          </p:nvSpPr>
          <p:spPr>
            <a:xfrm>
              <a:off x="12958763" y="3023116"/>
              <a:ext cx="380752" cy="380752"/>
            </a:xfrm>
            <a:custGeom>
              <a:avLst/>
              <a:gdLst/>
              <a:ahLst/>
              <a:cxnLst/>
              <a:rect l="l" t="t" r="r" b="b"/>
              <a:pathLst>
                <a:path w="380752" h="380752">
                  <a:moveTo>
                    <a:pt x="0" y="0"/>
                  </a:moveTo>
                  <a:lnTo>
                    <a:pt x="380752" y="0"/>
                  </a:lnTo>
                  <a:lnTo>
                    <a:pt x="380752" y="380752"/>
                  </a:lnTo>
                  <a:lnTo>
                    <a:pt x="0" y="380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右大括弧 15">
              <a:extLst>
                <a:ext uri="{FF2B5EF4-FFF2-40B4-BE49-F238E27FC236}">
                  <a16:creationId xmlns:a16="http://schemas.microsoft.com/office/drawing/2014/main" id="{F0926651-34D2-457D-9E6A-052A4F2B2F86}"/>
                </a:ext>
              </a:extLst>
            </p:cNvPr>
            <p:cNvSpPr/>
            <p:nvPr/>
          </p:nvSpPr>
          <p:spPr>
            <a:xfrm rot="5400000" flipV="1">
              <a:off x="5747282" y="98536"/>
              <a:ext cx="316722" cy="9677119"/>
            </a:xfrm>
            <a:prstGeom prst="rightBrac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3F51D556-DCEB-40A5-9F83-A377FF735455}"/>
                </a:ext>
              </a:extLst>
            </p:cNvPr>
            <p:cNvSpPr txBox="1"/>
            <p:nvPr/>
          </p:nvSpPr>
          <p:spPr>
            <a:xfrm>
              <a:off x="4766777" y="5249030"/>
              <a:ext cx="2277734" cy="4415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49"/>
                </a:lnSpc>
                <a:spcBef>
                  <a:spcPct val="0"/>
                </a:spcBef>
              </a:pPr>
              <a:r>
                <a:rPr lang="en-US" sz="1200" b="1" dirty="0" err="1">
                  <a:solidFill>
                    <a:srgbClr val="000000"/>
                  </a:solidFill>
                  <a:ea typeface="Garet Bold"/>
                  <a:cs typeface="Garet Bold"/>
                  <a:sym typeface="Garet Bold"/>
                </a:rPr>
                <a:t>NextFlow</a:t>
              </a:r>
              <a:endParaRPr lang="en-US" sz="1200" b="1" dirty="0">
                <a:solidFill>
                  <a:srgbClr val="000000"/>
                </a:solidFill>
                <a:ea typeface="Garet Bold"/>
                <a:cs typeface="Garet Bold"/>
                <a:sym typeface="Garet Bold"/>
              </a:endParaRP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060885E4-AED4-4403-AFCA-CAD9F2507064}"/>
              </a:ext>
            </a:extLst>
          </p:cNvPr>
          <p:cNvGrpSpPr/>
          <p:nvPr/>
        </p:nvGrpSpPr>
        <p:grpSpPr>
          <a:xfrm>
            <a:off x="511805" y="4103327"/>
            <a:ext cx="6218239" cy="4469174"/>
            <a:chOff x="511805" y="4103327"/>
            <a:chExt cx="6218239" cy="4469174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38F337A7-8B17-4E56-B0C2-4C36F4A82E48}"/>
                </a:ext>
              </a:extLst>
            </p:cNvPr>
            <p:cNvSpPr/>
            <p:nvPr/>
          </p:nvSpPr>
          <p:spPr>
            <a:xfrm>
              <a:off x="1115612" y="4237566"/>
              <a:ext cx="3930598" cy="426613"/>
            </a:xfrm>
            <a:prstGeom prst="roundRect">
              <a:avLst/>
            </a:prstGeom>
            <a:solidFill>
              <a:srgbClr val="DFEAFB"/>
            </a:solidFill>
            <a:ln>
              <a:solidFill>
                <a:srgbClr val="345AA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</a:rPr>
                <a:t>Full-length FGFR2 sequence</a:t>
              </a:r>
            </a:p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(</a:t>
              </a:r>
              <a:r>
                <a:rPr lang="en-US" altLang="zh-TW" sz="1200" dirty="0" err="1">
                  <a:solidFill>
                    <a:schemeClr val="tx1"/>
                  </a:solidFill>
                </a:rPr>
                <a:t>UniProt</a:t>
              </a:r>
              <a:r>
                <a:rPr lang="en-US" altLang="zh-TW" sz="1200" dirty="0">
                  <a:solidFill>
                    <a:schemeClr val="tx1"/>
                  </a:solidFill>
                </a:rPr>
                <a:t> P21802, 821 aa)</a:t>
              </a:r>
              <a:endParaRPr lang="zh-TW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D1091486-22D7-4751-AFB1-A500842413FD}"/>
                </a:ext>
              </a:extLst>
            </p:cNvPr>
            <p:cNvCxnSpPr>
              <a:cxnSpLocks/>
            </p:cNvCxnSpPr>
            <p:nvPr/>
          </p:nvCxnSpPr>
          <p:spPr>
            <a:xfrm>
              <a:off x="513395" y="4841704"/>
              <a:ext cx="5135033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F81F64D5-5C0B-4BC2-84BD-CA349873F73C}"/>
                </a:ext>
              </a:extLst>
            </p:cNvPr>
            <p:cNvSpPr/>
            <p:nvPr/>
          </p:nvSpPr>
          <p:spPr>
            <a:xfrm>
              <a:off x="1115612" y="5019230"/>
              <a:ext cx="3930598" cy="426613"/>
            </a:xfrm>
            <a:prstGeom prst="roundRect">
              <a:avLst/>
            </a:prstGeom>
            <a:solidFill>
              <a:srgbClr val="FEF6D9"/>
            </a:solidFill>
            <a:ln>
              <a:solidFill>
                <a:srgbClr val="A28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</a:rPr>
                <a:t>Boltz-2 protein-lipid complex prediction</a:t>
              </a:r>
            </a:p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TM-aware model with 20 PC-like lipids</a:t>
              </a:r>
              <a:endParaRPr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303B5C56-B6BB-4F20-903E-74C7F152EF38}"/>
                </a:ext>
              </a:extLst>
            </p:cNvPr>
            <p:cNvSpPr/>
            <p:nvPr/>
          </p:nvSpPr>
          <p:spPr>
            <a:xfrm>
              <a:off x="1109991" y="5800894"/>
              <a:ext cx="3930598" cy="426613"/>
            </a:xfrm>
            <a:prstGeom prst="roundRect">
              <a:avLst/>
            </a:prstGeom>
            <a:solidFill>
              <a:srgbClr val="FEF6D9"/>
            </a:solidFill>
            <a:ln>
              <a:solidFill>
                <a:srgbClr val="A28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 err="1">
                  <a:solidFill>
                    <a:schemeClr val="tx1"/>
                  </a:solidFill>
                </a:rPr>
                <a:t>ChimeraX</a:t>
              </a:r>
              <a:r>
                <a:rPr lang="en-US" altLang="zh-TW" sz="1200" b="1" dirty="0">
                  <a:solidFill>
                    <a:schemeClr val="tx1"/>
                  </a:solidFill>
                </a:rPr>
                <a:t> domain &amp; orientation editing</a:t>
              </a:r>
            </a:p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ECD/TM/ICD segmentation; TM axis as bilayer normal</a:t>
              </a:r>
              <a:endParaRPr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5CDE6E8C-D1D9-4306-852A-5302AF419101}"/>
                </a:ext>
              </a:extLst>
            </p:cNvPr>
            <p:cNvSpPr/>
            <p:nvPr/>
          </p:nvSpPr>
          <p:spPr>
            <a:xfrm>
              <a:off x="1109991" y="6582558"/>
              <a:ext cx="3930598" cy="426613"/>
            </a:xfrm>
            <a:prstGeom prst="roundRect">
              <a:avLst/>
            </a:prstGeom>
            <a:solidFill>
              <a:srgbClr val="FEF6D9"/>
            </a:solidFill>
            <a:ln>
              <a:solidFill>
                <a:srgbClr val="A28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 err="1">
                  <a:solidFill>
                    <a:schemeClr val="tx1"/>
                  </a:solidFill>
                </a:rPr>
                <a:t>Biopython</a:t>
              </a:r>
              <a:r>
                <a:rPr lang="en-US" altLang="zh-TW" sz="1200" b="1" dirty="0">
                  <a:solidFill>
                    <a:schemeClr val="tx1"/>
                  </a:solidFill>
                </a:rPr>
                <a:t> linker straightening</a:t>
              </a:r>
            </a:p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ECD-TM and ICD linkers reshaped</a:t>
              </a:r>
              <a:endParaRPr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852CCB68-84A0-4875-AB26-A37CE1B20921}"/>
                </a:ext>
              </a:extLst>
            </p:cNvPr>
            <p:cNvSpPr/>
            <p:nvPr/>
          </p:nvSpPr>
          <p:spPr>
            <a:xfrm>
              <a:off x="1109991" y="7364222"/>
              <a:ext cx="3930598" cy="426613"/>
            </a:xfrm>
            <a:prstGeom prst="roundRect">
              <a:avLst/>
            </a:prstGeom>
            <a:solidFill>
              <a:srgbClr val="FEF6D9"/>
            </a:solidFill>
            <a:ln>
              <a:solidFill>
                <a:srgbClr val="A28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 err="1">
                  <a:solidFill>
                    <a:schemeClr val="tx1"/>
                  </a:solidFill>
                </a:rPr>
                <a:t>OpenMM</a:t>
              </a:r>
              <a:r>
                <a:rPr lang="en-US" altLang="zh-TW" sz="1200" b="1" dirty="0">
                  <a:solidFill>
                    <a:schemeClr val="tx1"/>
                  </a:solidFill>
                </a:rPr>
                <a:t> minimization in implicit and explicit solvent</a:t>
              </a:r>
            </a:p>
            <a:p>
              <a:pPr algn="ctr"/>
              <a:r>
                <a:rPr lang="en-US" altLang="zh-TW" sz="1200" dirty="0" err="1">
                  <a:solidFill>
                    <a:schemeClr val="tx1"/>
                  </a:solidFill>
                </a:rPr>
                <a:t>PDBFixer</a:t>
              </a:r>
              <a:r>
                <a:rPr lang="en-US" altLang="zh-TW" sz="1200" dirty="0">
                  <a:solidFill>
                    <a:schemeClr val="tx1"/>
                  </a:solidFill>
                </a:rPr>
                <a:t> repair; POPC bilayer; coarse/fine relaxation</a:t>
              </a:r>
              <a:endParaRPr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4EC91AFE-5D06-429B-8D4D-99161A9BF88C}"/>
                </a:ext>
              </a:extLst>
            </p:cNvPr>
            <p:cNvSpPr/>
            <p:nvPr/>
          </p:nvSpPr>
          <p:spPr>
            <a:xfrm>
              <a:off x="1120248" y="8145888"/>
              <a:ext cx="3930598" cy="426613"/>
            </a:xfrm>
            <a:prstGeom prst="roundRect">
              <a:avLst/>
            </a:prstGeom>
            <a:solidFill>
              <a:srgbClr val="DFEAFB"/>
            </a:solidFill>
            <a:ln>
              <a:solidFill>
                <a:srgbClr val="345AA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</a:rPr>
                <a:t>Membrane-embedded FGFR2 structural model</a:t>
              </a:r>
            </a:p>
          </p:txBody>
        </p: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AA30BDA1-DAFF-4D3F-8186-471A757042B9}"/>
                </a:ext>
              </a:extLst>
            </p:cNvPr>
            <p:cNvCxnSpPr>
              <a:cxnSpLocks/>
              <a:stCxn id="3" idx="2"/>
              <a:endCxn id="25" idx="0"/>
            </p:cNvCxnSpPr>
            <p:nvPr/>
          </p:nvCxnSpPr>
          <p:spPr>
            <a:xfrm>
              <a:off x="3080911" y="4664179"/>
              <a:ext cx="0" cy="355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CE60165A-F349-492A-8E3C-21ED71A8B836}"/>
                </a:ext>
              </a:extLst>
            </p:cNvPr>
            <p:cNvCxnSpPr>
              <a:cxnSpLocks/>
            </p:cNvCxnSpPr>
            <p:nvPr/>
          </p:nvCxnSpPr>
          <p:spPr>
            <a:xfrm>
              <a:off x="513395" y="7975651"/>
              <a:ext cx="5135033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3FBF8CD3-6AEE-435F-9CAE-B1AD0615E43F}"/>
                </a:ext>
              </a:extLst>
            </p:cNvPr>
            <p:cNvCxnSpPr>
              <a:cxnSpLocks/>
            </p:cNvCxnSpPr>
            <p:nvPr/>
          </p:nvCxnSpPr>
          <p:spPr>
            <a:xfrm>
              <a:off x="3085547" y="5445843"/>
              <a:ext cx="0" cy="355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0465EC76-B00E-425E-A90D-37F401E0A028}"/>
                </a:ext>
              </a:extLst>
            </p:cNvPr>
            <p:cNvCxnSpPr>
              <a:cxnSpLocks/>
            </p:cNvCxnSpPr>
            <p:nvPr/>
          </p:nvCxnSpPr>
          <p:spPr>
            <a:xfrm>
              <a:off x="3080911" y="6227507"/>
              <a:ext cx="0" cy="355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D25C66A2-3299-4AC9-A6F5-E860F03877A6}"/>
                </a:ext>
              </a:extLst>
            </p:cNvPr>
            <p:cNvCxnSpPr>
              <a:cxnSpLocks/>
            </p:cNvCxnSpPr>
            <p:nvPr/>
          </p:nvCxnSpPr>
          <p:spPr>
            <a:xfrm>
              <a:off x="3085547" y="7009171"/>
              <a:ext cx="0" cy="355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B987BB83-51FA-4092-B915-80CE0780EC59}"/>
                </a:ext>
              </a:extLst>
            </p:cNvPr>
            <p:cNvCxnSpPr>
              <a:cxnSpLocks/>
            </p:cNvCxnSpPr>
            <p:nvPr/>
          </p:nvCxnSpPr>
          <p:spPr>
            <a:xfrm>
              <a:off x="3075290" y="7798126"/>
              <a:ext cx="0" cy="355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14">
              <a:extLst>
                <a:ext uri="{FF2B5EF4-FFF2-40B4-BE49-F238E27FC236}">
                  <a16:creationId xmlns:a16="http://schemas.microsoft.com/office/drawing/2014/main" id="{A5C5A166-F629-4693-AC86-786C87935387}"/>
                </a:ext>
              </a:extLst>
            </p:cNvPr>
            <p:cNvSpPr txBox="1"/>
            <p:nvPr/>
          </p:nvSpPr>
          <p:spPr>
            <a:xfrm>
              <a:off x="511805" y="4664179"/>
              <a:ext cx="903449" cy="184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spcBef>
                  <a:spcPct val="0"/>
                </a:spcBef>
              </a:pPr>
              <a:r>
                <a:rPr lang="en-US" sz="1200" b="1" dirty="0">
                  <a:solidFill>
                    <a:srgbClr val="000000"/>
                  </a:solidFill>
                  <a:ea typeface="Garet Bold"/>
                  <a:cs typeface="Garet Bold"/>
                  <a:sym typeface="Garet Bold"/>
                </a:rPr>
                <a:t>Input</a:t>
              </a:r>
            </a:p>
          </p:txBody>
        </p: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5F613728-BDD4-41F8-A6AB-A44282C31B6B}"/>
                </a:ext>
              </a:extLst>
            </p:cNvPr>
            <p:cNvSpPr txBox="1"/>
            <p:nvPr/>
          </p:nvSpPr>
          <p:spPr>
            <a:xfrm>
              <a:off x="511805" y="7982791"/>
              <a:ext cx="903449" cy="184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spcBef>
                  <a:spcPct val="0"/>
                </a:spcBef>
              </a:pPr>
              <a:r>
                <a:rPr lang="en-US" altLang="zh-TW" sz="1200" b="1" dirty="0">
                  <a:solidFill>
                    <a:srgbClr val="000000"/>
                  </a:solidFill>
                  <a:ea typeface="Garet Bold"/>
                  <a:cs typeface="Garet Bold"/>
                  <a:sym typeface="Garet Bold"/>
                </a:rPr>
                <a:t>Out</a:t>
              </a:r>
              <a:r>
                <a:rPr lang="en-US" sz="1200" b="1" dirty="0">
                  <a:solidFill>
                    <a:srgbClr val="000000"/>
                  </a:solidFill>
                  <a:ea typeface="Garet Bold"/>
                  <a:cs typeface="Garet Bold"/>
                  <a:sym typeface="Garet Bold"/>
                </a:rPr>
                <a:t>put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F640682-9AA8-4160-9F93-CAFE5B553FB9}"/>
                </a:ext>
              </a:extLst>
            </p:cNvPr>
            <p:cNvSpPr/>
            <p:nvPr/>
          </p:nvSpPr>
          <p:spPr>
            <a:xfrm>
              <a:off x="939291" y="4103327"/>
              <a:ext cx="4259762" cy="3076060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TextBox 14">
              <a:extLst>
                <a:ext uri="{FF2B5EF4-FFF2-40B4-BE49-F238E27FC236}">
                  <a16:creationId xmlns:a16="http://schemas.microsoft.com/office/drawing/2014/main" id="{3B41188E-683D-4873-8E96-20BBA981DB53}"/>
                </a:ext>
              </a:extLst>
            </p:cNvPr>
            <p:cNvSpPr txBox="1"/>
            <p:nvPr/>
          </p:nvSpPr>
          <p:spPr>
            <a:xfrm>
              <a:off x="5273124" y="6810055"/>
              <a:ext cx="145692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spcBef>
                  <a:spcPct val="0"/>
                </a:spcBef>
              </a:pPr>
              <a:r>
                <a:rPr lang="en-US" altLang="zh-TW" sz="1200" dirty="0" err="1">
                  <a:solidFill>
                    <a:schemeClr val="bg2">
                      <a:lumMod val="50000"/>
                    </a:schemeClr>
                  </a:solidFill>
                  <a:ea typeface="Garet Bold"/>
                  <a:cs typeface="Garet Bold"/>
                  <a:sym typeface="Garet Bold"/>
                </a:rPr>
                <a:t>Nextflow</a:t>
              </a:r>
              <a:r>
                <a:rPr lang="en-US" altLang="zh-TW" sz="1200" dirty="0">
                  <a:solidFill>
                    <a:schemeClr val="bg2">
                      <a:lumMod val="50000"/>
                    </a:schemeClr>
                  </a:solidFill>
                  <a:ea typeface="Garet Bold"/>
                  <a:cs typeface="Garet Bold"/>
                  <a:sym typeface="Garet Bold"/>
                </a:rPr>
                <a:t>-coordinated preprocessing steps</a:t>
              </a:r>
              <a:endParaRPr lang="en-US" sz="1200" dirty="0">
                <a:solidFill>
                  <a:schemeClr val="bg2">
                    <a:lumMod val="50000"/>
                  </a:schemeClr>
                </a:solidFill>
                <a:ea typeface="Garet Bold"/>
                <a:cs typeface="Garet Bold"/>
                <a:sym typeface="Garet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334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B48BCF4D-B922-4F9F-8F10-08992C7D3806}"/>
              </a:ext>
            </a:extLst>
          </p:cNvPr>
          <p:cNvGrpSpPr/>
          <p:nvPr/>
        </p:nvGrpSpPr>
        <p:grpSpPr>
          <a:xfrm>
            <a:off x="0" y="757785"/>
            <a:ext cx="6789637" cy="6707884"/>
            <a:chOff x="0" y="757785"/>
            <a:chExt cx="6789637" cy="670788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99AAB64-B95F-4CE5-8D08-E6BEE04D33BE}"/>
                </a:ext>
              </a:extLst>
            </p:cNvPr>
            <p:cNvSpPr/>
            <p:nvPr/>
          </p:nvSpPr>
          <p:spPr>
            <a:xfrm>
              <a:off x="0" y="2816525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B</a:t>
              </a:r>
              <a:endParaRPr lang="zh-TW" altLang="en-US" sz="1200" dirty="0"/>
            </a:p>
          </p:txBody>
        </p:sp>
        <p:pic>
          <p:nvPicPr>
            <p:cNvPr id="4" name="圖片 3" descr="一張含有 螢幕擷取畫面, 文字, 行, 圖表 的圖片&#10;&#10;AI 產生的內容可能不正確。">
              <a:extLst>
                <a:ext uri="{FF2B5EF4-FFF2-40B4-BE49-F238E27FC236}">
                  <a16:creationId xmlns:a16="http://schemas.microsoft.com/office/drawing/2014/main" id="{1D688C70-15EC-43D5-B5A9-50751CD22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4012" y="1062098"/>
              <a:ext cx="2815238" cy="2473774"/>
            </a:xfrm>
            <a:prstGeom prst="rect">
              <a:avLst/>
            </a:prstGeom>
          </p:spPr>
        </p:pic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9B1AC1BA-83FD-44B6-B3D1-6D61EBE0A142}"/>
                </a:ext>
              </a:extLst>
            </p:cNvPr>
            <p:cNvSpPr/>
            <p:nvPr/>
          </p:nvSpPr>
          <p:spPr>
            <a:xfrm>
              <a:off x="0" y="757785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A</a:t>
              </a:r>
              <a:endParaRPr lang="zh-TW" altLang="en-US" sz="1200" dirty="0"/>
            </a:p>
          </p:txBody>
        </p:sp>
        <p:pic>
          <p:nvPicPr>
            <p:cNvPr id="127" name="圖片 126" descr="一張含有 文字, 字型, 行, 螢幕擷取畫面 的圖片&#10;&#10;AI 產生的內容可能不正確。">
              <a:extLst>
                <a:ext uri="{FF2B5EF4-FFF2-40B4-BE49-F238E27FC236}">
                  <a16:creationId xmlns:a16="http://schemas.microsoft.com/office/drawing/2014/main" id="{769F44B5-C858-428C-90D1-393F459B2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29" y="5034781"/>
              <a:ext cx="6721508" cy="2430888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A409E34-C852-411B-A6D1-47DFDF05A384}"/>
                </a:ext>
              </a:extLst>
            </p:cNvPr>
            <p:cNvSpPr/>
            <p:nvPr/>
          </p:nvSpPr>
          <p:spPr>
            <a:xfrm>
              <a:off x="2532389" y="3738359"/>
              <a:ext cx="109211" cy="108939"/>
            </a:xfrm>
            <a:prstGeom prst="rect">
              <a:avLst/>
            </a:prstGeom>
            <a:solidFill>
              <a:srgbClr val="8888FD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3A420F25-7CC9-4E8E-BF5C-918470E57FBE}"/>
                </a:ext>
              </a:extLst>
            </p:cNvPr>
            <p:cNvSpPr/>
            <p:nvPr/>
          </p:nvSpPr>
          <p:spPr>
            <a:xfrm>
              <a:off x="2532389" y="4045132"/>
              <a:ext cx="109211" cy="108939"/>
            </a:xfrm>
            <a:prstGeom prst="rect">
              <a:avLst/>
            </a:prstGeom>
            <a:solidFill>
              <a:srgbClr val="A8C7FB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51FA1A3B-B3A0-43B6-AE84-D54B10F17CC3}"/>
                </a:ext>
              </a:extLst>
            </p:cNvPr>
            <p:cNvSpPr/>
            <p:nvPr/>
          </p:nvSpPr>
          <p:spPr>
            <a:xfrm>
              <a:off x="2532389" y="4351905"/>
              <a:ext cx="109211" cy="108939"/>
            </a:xfrm>
            <a:prstGeom prst="rect">
              <a:avLst/>
            </a:prstGeom>
            <a:solidFill>
              <a:srgbClr val="FCFC57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5BE72FA8-4B2F-4125-9F62-C833B8E520E8}"/>
                </a:ext>
              </a:extLst>
            </p:cNvPr>
            <p:cNvSpPr/>
            <p:nvPr/>
          </p:nvSpPr>
          <p:spPr>
            <a:xfrm>
              <a:off x="2532389" y="4658677"/>
              <a:ext cx="109211" cy="108939"/>
            </a:xfrm>
            <a:prstGeom prst="rect">
              <a:avLst/>
            </a:prstGeom>
            <a:solidFill>
              <a:srgbClr val="FCBF55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98623322-1867-4C9F-A3BB-8FC04CD23DFB}"/>
                </a:ext>
              </a:extLst>
            </p:cNvPr>
            <p:cNvSpPr txBox="1"/>
            <p:nvPr/>
          </p:nvSpPr>
          <p:spPr>
            <a:xfrm>
              <a:off x="2641600" y="3556597"/>
              <a:ext cx="1983235" cy="12803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1000" dirty="0"/>
                <a:t>Very high (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&gt; 90)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Confident / high (90 &gt; 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&gt; 70)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Low (70 &gt; 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&gt; 50)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Very low (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&lt; 50)</a:t>
              </a:r>
              <a:endParaRPr lang="zh-TW" altLang="en-US" sz="1000" dirty="0"/>
            </a:p>
          </p:txBody>
        </p:sp>
        <p:pic>
          <p:nvPicPr>
            <p:cNvPr id="90" name="圖片 89">
              <a:extLst>
                <a:ext uri="{FF2B5EF4-FFF2-40B4-BE49-F238E27FC236}">
                  <a16:creationId xmlns:a16="http://schemas.microsoft.com/office/drawing/2014/main" id="{0EE94F2B-833F-4375-B381-1617FBFBC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63" y="1056382"/>
              <a:ext cx="2336166" cy="1685171"/>
            </a:xfrm>
            <a:prstGeom prst="rect">
              <a:avLst/>
            </a:prstGeom>
          </p:spPr>
        </p:pic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75052C1-610F-4BCD-87FB-380608490876}"/>
                </a:ext>
              </a:extLst>
            </p:cNvPr>
            <p:cNvSpPr/>
            <p:nvPr/>
          </p:nvSpPr>
          <p:spPr>
            <a:xfrm>
              <a:off x="2532389" y="2018464"/>
              <a:ext cx="109211" cy="108939"/>
            </a:xfrm>
            <a:prstGeom prst="rect">
              <a:avLst/>
            </a:prstGeom>
            <a:solidFill>
              <a:srgbClr val="0000EB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C49C6CD-CE2C-4E9E-9613-579F9B930CDA}"/>
                </a:ext>
              </a:extLst>
            </p:cNvPr>
            <p:cNvSpPr/>
            <p:nvPr/>
          </p:nvSpPr>
          <p:spPr>
            <a:xfrm>
              <a:off x="3884012" y="839264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D</a:t>
              </a:r>
              <a:endParaRPr lang="zh-TW" altLang="en-US" sz="1200" dirty="0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9222AFC-E5BD-4140-AE7C-57E7ED5CC43B}"/>
                </a:ext>
              </a:extLst>
            </p:cNvPr>
            <p:cNvSpPr/>
            <p:nvPr/>
          </p:nvSpPr>
          <p:spPr>
            <a:xfrm>
              <a:off x="2532389" y="2325539"/>
              <a:ext cx="109211" cy="108939"/>
            </a:xfrm>
            <a:prstGeom prst="rect">
              <a:avLst/>
            </a:prstGeom>
            <a:solidFill>
              <a:srgbClr val="F70000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C57A334C-F75A-409D-BFAF-11F743CD0F35}"/>
                </a:ext>
              </a:extLst>
            </p:cNvPr>
            <p:cNvSpPr/>
            <p:nvPr/>
          </p:nvSpPr>
          <p:spPr>
            <a:xfrm>
              <a:off x="2532389" y="2632614"/>
              <a:ext cx="109211" cy="108939"/>
            </a:xfrm>
            <a:prstGeom prst="rect">
              <a:avLst/>
            </a:prstGeom>
            <a:solidFill>
              <a:srgbClr val="00AF00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5712E8DB-5316-414E-A7C1-75D3247EDB13}"/>
                </a:ext>
              </a:extLst>
            </p:cNvPr>
            <p:cNvSpPr txBox="1"/>
            <p:nvPr/>
          </p:nvSpPr>
          <p:spPr>
            <a:xfrm>
              <a:off x="2641600" y="1843951"/>
              <a:ext cx="394660" cy="972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1000" dirty="0"/>
                <a:t>ECD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TM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ICD</a:t>
              </a:r>
              <a:endParaRPr lang="zh-TW" altLang="en-US" sz="10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30F0FA2-C575-41AD-A929-DFA484216A3B}"/>
                </a:ext>
              </a:extLst>
            </p:cNvPr>
            <p:cNvSpPr/>
            <p:nvPr/>
          </p:nvSpPr>
          <p:spPr>
            <a:xfrm>
              <a:off x="0" y="4817663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pic>
          <p:nvPicPr>
            <p:cNvPr id="92" name="圖片 91">
              <a:extLst>
                <a:ext uri="{FF2B5EF4-FFF2-40B4-BE49-F238E27FC236}">
                  <a16:creationId xmlns:a16="http://schemas.microsoft.com/office/drawing/2014/main" id="{67B3ADA9-A224-4AFD-9F0A-825A060D4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363" y="3115122"/>
              <a:ext cx="2336166" cy="17218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591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>
            <a:extLst>
              <a:ext uri="{FF2B5EF4-FFF2-40B4-BE49-F238E27FC236}">
                <a16:creationId xmlns:a16="http://schemas.microsoft.com/office/drawing/2014/main" id="{1890F5D7-3452-465E-9186-623FC61E0AFA}"/>
              </a:ext>
            </a:extLst>
          </p:cNvPr>
          <p:cNvSpPr/>
          <p:nvPr/>
        </p:nvSpPr>
        <p:spPr>
          <a:xfrm>
            <a:off x="142787" y="193654"/>
            <a:ext cx="989091" cy="434235"/>
          </a:xfrm>
          <a:prstGeom prst="rect">
            <a:avLst/>
          </a:prstGeom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8" b="1" dirty="0"/>
              <a:t>fgfr1</a:t>
            </a:r>
            <a:endParaRPr lang="zh-TW" altLang="en-US" sz="1108" b="1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7FCF213F-4ACE-4EBC-8A2F-E063C03A0DD1}"/>
              </a:ext>
            </a:extLst>
          </p:cNvPr>
          <p:cNvGrpSpPr/>
          <p:nvPr/>
        </p:nvGrpSpPr>
        <p:grpSpPr>
          <a:xfrm>
            <a:off x="0" y="414997"/>
            <a:ext cx="6727367" cy="6723680"/>
            <a:chOff x="0" y="414997"/>
            <a:chExt cx="6727367" cy="672368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5A70059-5A5C-4832-BC18-A38D6E23D82D}"/>
                </a:ext>
              </a:extLst>
            </p:cNvPr>
            <p:cNvSpPr/>
            <p:nvPr/>
          </p:nvSpPr>
          <p:spPr>
            <a:xfrm>
              <a:off x="0" y="2473737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B</a:t>
              </a:r>
              <a:endParaRPr lang="zh-TW" altLang="en-US" sz="1200" dirty="0"/>
            </a:p>
          </p:txBody>
        </p:sp>
        <p:pic>
          <p:nvPicPr>
            <p:cNvPr id="3" name="圖片 2" descr="一張含有 螢幕擷取畫面, 文字, 行, 鮮豔 的圖片&#10;&#10;AI 產生的內容可能不正確。">
              <a:extLst>
                <a:ext uri="{FF2B5EF4-FFF2-40B4-BE49-F238E27FC236}">
                  <a16:creationId xmlns:a16="http://schemas.microsoft.com/office/drawing/2014/main" id="{6CAACBE4-E08E-4005-8DB9-F6B9416A6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4880" y="728816"/>
              <a:ext cx="2812487" cy="2471356"/>
            </a:xfrm>
            <a:prstGeom prst="rect">
              <a:avLst/>
            </a:prstGeom>
          </p:spPr>
        </p:pic>
        <p:pic>
          <p:nvPicPr>
            <p:cNvPr id="122" name="圖片 121">
              <a:extLst>
                <a:ext uri="{FF2B5EF4-FFF2-40B4-BE49-F238E27FC236}">
                  <a16:creationId xmlns:a16="http://schemas.microsoft.com/office/drawing/2014/main" id="{BAFB5D17-AE9B-4791-822F-F1677210C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29" y="2811948"/>
              <a:ext cx="2336400" cy="1720529"/>
            </a:xfrm>
            <a:prstGeom prst="rect">
              <a:avLst/>
            </a:prstGeom>
          </p:spPr>
        </p:pic>
        <p:pic>
          <p:nvPicPr>
            <p:cNvPr id="106" name="圖片 105">
              <a:extLst>
                <a:ext uri="{FF2B5EF4-FFF2-40B4-BE49-F238E27FC236}">
                  <a16:creationId xmlns:a16="http://schemas.microsoft.com/office/drawing/2014/main" id="{A9367CDA-8A06-467D-9EE4-D5E52B3AA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129" y="729464"/>
              <a:ext cx="2336400" cy="1664089"/>
            </a:xfrm>
            <a:prstGeom prst="rect">
              <a:avLst/>
            </a:prstGeom>
          </p:spPr>
        </p:pic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0D4D35B7-B1E4-4770-96CF-593BA11015BA}"/>
                </a:ext>
              </a:extLst>
            </p:cNvPr>
            <p:cNvSpPr txBox="1"/>
            <p:nvPr/>
          </p:nvSpPr>
          <p:spPr>
            <a:xfrm>
              <a:off x="2641600" y="3253423"/>
              <a:ext cx="1983235" cy="12803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1000" dirty="0"/>
                <a:t>Very high (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&gt; 90)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Confident / high (90 &gt; 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&gt; 70)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Low (70 &gt; 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&gt; 50)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Very low (</a:t>
              </a:r>
              <a:r>
                <a:rPr lang="en-US" altLang="zh-TW" sz="1000" dirty="0" err="1"/>
                <a:t>pLDDT</a:t>
              </a:r>
              <a:r>
                <a:rPr lang="en-US" altLang="zh-TW" sz="1000" dirty="0"/>
                <a:t> &lt; 50)</a:t>
              </a:r>
              <a:endParaRPr lang="zh-TW" altLang="en-US" sz="1000" dirty="0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F63B2DF-64EC-4976-8CDE-D722425BF99E}"/>
                </a:ext>
              </a:extLst>
            </p:cNvPr>
            <p:cNvSpPr/>
            <p:nvPr/>
          </p:nvSpPr>
          <p:spPr>
            <a:xfrm>
              <a:off x="2532389" y="3435185"/>
              <a:ext cx="109211" cy="108939"/>
            </a:xfrm>
            <a:prstGeom prst="rect">
              <a:avLst/>
            </a:prstGeom>
            <a:solidFill>
              <a:srgbClr val="8888FD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2A9924F-85A7-49F5-BA58-AC534225FBF6}"/>
                </a:ext>
              </a:extLst>
            </p:cNvPr>
            <p:cNvSpPr/>
            <p:nvPr/>
          </p:nvSpPr>
          <p:spPr>
            <a:xfrm>
              <a:off x="2532389" y="3741958"/>
              <a:ext cx="109211" cy="108939"/>
            </a:xfrm>
            <a:prstGeom prst="rect">
              <a:avLst/>
            </a:prstGeom>
            <a:solidFill>
              <a:srgbClr val="A8C7FB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F3CB3344-5BA2-41CE-9CFB-B15CC070C5A4}"/>
                </a:ext>
              </a:extLst>
            </p:cNvPr>
            <p:cNvSpPr/>
            <p:nvPr/>
          </p:nvSpPr>
          <p:spPr>
            <a:xfrm>
              <a:off x="2532389" y="4048731"/>
              <a:ext cx="109211" cy="108939"/>
            </a:xfrm>
            <a:prstGeom prst="rect">
              <a:avLst/>
            </a:prstGeom>
            <a:solidFill>
              <a:srgbClr val="FCFC57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0299EF66-C54E-477A-B4B4-B40ED070DB82}"/>
                </a:ext>
              </a:extLst>
            </p:cNvPr>
            <p:cNvSpPr/>
            <p:nvPr/>
          </p:nvSpPr>
          <p:spPr>
            <a:xfrm>
              <a:off x="2532389" y="4355503"/>
              <a:ext cx="109211" cy="108939"/>
            </a:xfrm>
            <a:prstGeom prst="rect">
              <a:avLst/>
            </a:prstGeom>
            <a:solidFill>
              <a:srgbClr val="FCBF55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AAC481B9-E8C1-45EA-B5F6-5ED680ED79D1}"/>
                </a:ext>
              </a:extLst>
            </p:cNvPr>
            <p:cNvSpPr/>
            <p:nvPr/>
          </p:nvSpPr>
          <p:spPr>
            <a:xfrm>
              <a:off x="2532389" y="1670464"/>
              <a:ext cx="109211" cy="108939"/>
            </a:xfrm>
            <a:prstGeom prst="rect">
              <a:avLst/>
            </a:prstGeom>
            <a:solidFill>
              <a:srgbClr val="0000EB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2025B45-DF5F-4AB4-936E-B4D3DF64AF0E}"/>
                </a:ext>
              </a:extLst>
            </p:cNvPr>
            <p:cNvSpPr/>
            <p:nvPr/>
          </p:nvSpPr>
          <p:spPr>
            <a:xfrm>
              <a:off x="2532389" y="1977539"/>
              <a:ext cx="109211" cy="108939"/>
            </a:xfrm>
            <a:prstGeom prst="rect">
              <a:avLst/>
            </a:prstGeom>
            <a:solidFill>
              <a:srgbClr val="F70000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C088CA52-1E47-4EDC-A246-29F1DA51D76C}"/>
                </a:ext>
              </a:extLst>
            </p:cNvPr>
            <p:cNvSpPr/>
            <p:nvPr/>
          </p:nvSpPr>
          <p:spPr>
            <a:xfrm>
              <a:off x="2532389" y="2284614"/>
              <a:ext cx="109211" cy="108939"/>
            </a:xfrm>
            <a:prstGeom prst="rect">
              <a:avLst/>
            </a:prstGeom>
            <a:solidFill>
              <a:srgbClr val="00AF00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108" b="1" dirty="0"/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5BEA505E-B6DA-4815-A5DD-0E16CF00FD5F}"/>
                </a:ext>
              </a:extLst>
            </p:cNvPr>
            <p:cNvSpPr txBox="1"/>
            <p:nvPr/>
          </p:nvSpPr>
          <p:spPr>
            <a:xfrm>
              <a:off x="2641600" y="1495951"/>
              <a:ext cx="394660" cy="972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1000" dirty="0"/>
                <a:t>ECD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TM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000" dirty="0"/>
                <a:t>ICD</a:t>
              </a:r>
              <a:endParaRPr lang="zh-TW" altLang="en-US" sz="1000" dirty="0"/>
            </a:p>
          </p:txBody>
        </p:sp>
        <p:pic>
          <p:nvPicPr>
            <p:cNvPr id="129" name="圖片 128" descr="一張含有 文字, 字型, 行, 螢幕擷取畫面 的圖片&#10;&#10;AI 產生的內容可能不正確。">
              <a:extLst>
                <a:ext uri="{FF2B5EF4-FFF2-40B4-BE49-F238E27FC236}">
                  <a16:creationId xmlns:a16="http://schemas.microsoft.com/office/drawing/2014/main" id="{DD2D3DB5-9AEA-4118-9090-C07F2439E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29" y="4730310"/>
              <a:ext cx="6659238" cy="2408367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ADDDE97-1EC5-4CAE-A5DD-45908A09F66C}"/>
                </a:ext>
              </a:extLst>
            </p:cNvPr>
            <p:cNvSpPr/>
            <p:nvPr/>
          </p:nvSpPr>
          <p:spPr>
            <a:xfrm>
              <a:off x="0" y="414997"/>
              <a:ext cx="187412" cy="43423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A</a:t>
              </a:r>
              <a:endParaRPr lang="zh-TW" altLang="en-US" sz="12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486E7FD-0010-40A0-9FB8-5C697112721E}"/>
                </a:ext>
              </a:extLst>
            </p:cNvPr>
            <p:cNvSpPr/>
            <p:nvPr/>
          </p:nvSpPr>
          <p:spPr>
            <a:xfrm>
              <a:off x="3884012" y="496476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D</a:t>
              </a:r>
              <a:endParaRPr lang="zh-TW" altLang="en-US" sz="12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F2049BF-A19E-41D7-906E-1CA18DC82470}"/>
                </a:ext>
              </a:extLst>
            </p:cNvPr>
            <p:cNvSpPr/>
            <p:nvPr/>
          </p:nvSpPr>
          <p:spPr>
            <a:xfrm>
              <a:off x="0" y="4474875"/>
              <a:ext cx="187412" cy="43423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37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D118979-FF27-4E8F-8A8A-98D4D4FF0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857917"/>
              </p:ext>
            </p:extLst>
          </p:nvPr>
        </p:nvGraphicFramePr>
        <p:xfrm>
          <a:off x="-4564706" y="1145960"/>
          <a:ext cx="3936582" cy="226742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52160">
                  <a:extLst>
                    <a:ext uri="{9D8B030D-6E8A-4147-A177-3AD203B41FA5}">
                      <a16:colId xmlns:a16="http://schemas.microsoft.com/office/drawing/2014/main" val="1865014477"/>
                    </a:ext>
                  </a:extLst>
                </a:gridCol>
                <a:gridCol w="1684422">
                  <a:extLst>
                    <a:ext uri="{9D8B030D-6E8A-4147-A177-3AD203B41FA5}">
                      <a16:colId xmlns:a16="http://schemas.microsoft.com/office/drawing/2014/main" val="237736438"/>
                    </a:ext>
                  </a:extLst>
                </a:gridCol>
              </a:tblGrid>
              <a:tr h="296929"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Stage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Wall time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extLst>
                  <a:ext uri="{0D108BD9-81ED-4DB2-BD59-A6C34878D82A}">
                    <a16:rowId xmlns:a16="http://schemas.microsoft.com/office/drawing/2014/main" val="2969053198"/>
                  </a:ext>
                </a:extLst>
              </a:tr>
              <a:tr h="296929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Boltz2+ChimeraX+Biopython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12 min 16 s 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extLst>
                  <a:ext uri="{0D108BD9-81ED-4DB2-BD59-A6C34878D82A}">
                    <a16:rowId xmlns:a16="http://schemas.microsoft.com/office/drawing/2014/main" val="633449736"/>
                  </a:ext>
                </a:extLst>
              </a:tr>
              <a:tr h="296929"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1_protein_min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7 min 0 s 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extLst>
                  <a:ext uri="{0D108BD9-81ED-4DB2-BD59-A6C34878D82A}">
                    <a16:rowId xmlns:a16="http://schemas.microsoft.com/office/drawing/2014/main" val="3388953174"/>
                  </a:ext>
                </a:extLst>
              </a:tr>
              <a:tr h="296929"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2_protein_mem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tc>
                  <a:txBody>
                    <a:bodyPr/>
                    <a:lstStyle/>
                    <a:p>
                      <a:r>
                        <a:rPr lang="pt-BR" altLang="zh-TW" sz="1200" dirty="0"/>
                        <a:t>3 h 16 min 8 s 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extLst>
                  <a:ext uri="{0D108BD9-81ED-4DB2-BD59-A6C34878D82A}">
                    <a16:rowId xmlns:a16="http://schemas.microsoft.com/office/drawing/2014/main" val="799733566"/>
                  </a:ext>
                </a:extLst>
              </a:tr>
              <a:tr h="296929"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3_system_min_coarse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tc>
                  <a:txBody>
                    <a:bodyPr/>
                    <a:lstStyle/>
                    <a:p>
                      <a:r>
                        <a:rPr lang="pt-BR" altLang="zh-TW" sz="1200" dirty="0"/>
                        <a:t>14 h 7 min 14 s 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extLst>
                  <a:ext uri="{0D108BD9-81ED-4DB2-BD59-A6C34878D82A}">
                    <a16:rowId xmlns:a16="http://schemas.microsoft.com/office/drawing/2014/main" val="3000647998"/>
                  </a:ext>
                </a:extLst>
              </a:tr>
              <a:tr h="296929">
                <a:tc>
                  <a:txBody>
                    <a:bodyPr/>
                    <a:lstStyle/>
                    <a:p>
                      <a:r>
                        <a:rPr lang="en-GB" altLang="zh-TW" sz="1200" dirty="0"/>
                        <a:t>4_system_min_fine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tc>
                  <a:txBody>
                    <a:bodyPr/>
                    <a:lstStyle/>
                    <a:p>
                      <a:r>
                        <a:rPr lang="pt-BR" altLang="zh-TW" sz="1200" dirty="0"/>
                        <a:t>1 h 55 min 13 s </a:t>
                      </a:r>
                      <a:endParaRPr lang="zh-TW" altLang="en-US" sz="1200" dirty="0"/>
                    </a:p>
                  </a:txBody>
                  <a:tcPr marL="141039" marR="141039" marT="70519" marB="70519"/>
                </a:tc>
                <a:extLst>
                  <a:ext uri="{0D108BD9-81ED-4DB2-BD59-A6C34878D82A}">
                    <a16:rowId xmlns:a16="http://schemas.microsoft.com/office/drawing/2014/main" val="2503500238"/>
                  </a:ext>
                </a:extLst>
              </a:tr>
              <a:tr h="296929">
                <a:tc>
                  <a:txBody>
                    <a:bodyPr/>
                    <a:lstStyle/>
                    <a:p>
                      <a:r>
                        <a:rPr lang="en-GB" altLang="zh-TW" sz="1200" b="1" dirty="0"/>
                        <a:t>Total</a:t>
                      </a:r>
                      <a:endParaRPr lang="zh-TW" altLang="en-US" sz="1200" b="1" dirty="0"/>
                    </a:p>
                  </a:txBody>
                  <a:tcPr marL="141039" marR="141039" marT="70519" marB="70519"/>
                </a:tc>
                <a:tc>
                  <a:txBody>
                    <a:bodyPr/>
                    <a:lstStyle/>
                    <a:p>
                      <a:r>
                        <a:rPr lang="pt-BR" altLang="zh-TW" sz="1200" b="1" dirty="0"/>
                        <a:t>19 h 37 min 51 s </a:t>
                      </a:r>
                      <a:endParaRPr lang="zh-TW" altLang="en-US" sz="1200" b="1" dirty="0"/>
                    </a:p>
                  </a:txBody>
                  <a:tcPr marL="141039" marR="141039" marT="70519" marB="70519"/>
                </a:tc>
                <a:extLst>
                  <a:ext uri="{0D108BD9-81ED-4DB2-BD59-A6C34878D82A}">
                    <a16:rowId xmlns:a16="http://schemas.microsoft.com/office/drawing/2014/main" val="3943002550"/>
                  </a:ext>
                </a:extLst>
              </a:tr>
            </a:tbl>
          </a:graphicData>
        </a:graphic>
      </p:graphicFrame>
      <p:grpSp>
        <p:nvGrpSpPr>
          <p:cNvPr id="9" name="群組 8">
            <a:extLst>
              <a:ext uri="{FF2B5EF4-FFF2-40B4-BE49-F238E27FC236}">
                <a16:creationId xmlns:a16="http://schemas.microsoft.com/office/drawing/2014/main" id="{EADCC6BF-3BCD-4720-AF56-4CA7909B4E18}"/>
              </a:ext>
            </a:extLst>
          </p:cNvPr>
          <p:cNvGrpSpPr/>
          <p:nvPr/>
        </p:nvGrpSpPr>
        <p:grpSpPr>
          <a:xfrm>
            <a:off x="0" y="680783"/>
            <a:ext cx="6858000" cy="6488629"/>
            <a:chOff x="0" y="825162"/>
            <a:chExt cx="6858000" cy="6488629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8A31FDC4-737A-47A9-A664-BE0743A273F1}"/>
                </a:ext>
              </a:extLst>
            </p:cNvPr>
            <p:cNvGrpSpPr/>
            <p:nvPr/>
          </p:nvGrpSpPr>
          <p:grpSpPr>
            <a:xfrm>
              <a:off x="0" y="1177850"/>
              <a:ext cx="6858000" cy="6135941"/>
              <a:chOff x="0" y="1177850"/>
              <a:chExt cx="6858000" cy="6135941"/>
            </a:xfrm>
          </p:grpSpPr>
          <p:pic>
            <p:nvPicPr>
              <p:cNvPr id="5" name="圖片 4" descr="一張含有 文字, 螢幕擷取畫面, 圖表, 行 的圖片&#10;&#10;AI 產生的內容可能不正確。">
                <a:extLst>
                  <a:ext uri="{FF2B5EF4-FFF2-40B4-BE49-F238E27FC236}">
                    <a16:creationId xmlns:a16="http://schemas.microsoft.com/office/drawing/2014/main" id="{9417CAB8-4383-4933-A430-A04C31EC8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3804993"/>
                <a:ext cx="6858000" cy="3508798"/>
              </a:xfrm>
              <a:prstGeom prst="rect">
                <a:avLst/>
              </a:prstGeom>
            </p:spPr>
          </p:pic>
          <p:pic>
            <p:nvPicPr>
              <p:cNvPr id="4" name="圖片 3" descr="一張含有 黑色, 黑暗 的圖片&#10;&#10;AI 產生的內容可能不正確。">
                <a:extLst>
                  <a:ext uri="{FF2B5EF4-FFF2-40B4-BE49-F238E27FC236}">
                    <a16:creationId xmlns:a16="http://schemas.microsoft.com/office/drawing/2014/main" id="{2A00CD19-7D46-4FBD-8D3F-AE988F893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56093" y="1177850"/>
                <a:ext cx="3945813" cy="2297106"/>
              </a:xfrm>
              <a:prstGeom prst="rect">
                <a:avLst/>
              </a:prstGeom>
            </p:spPr>
          </p:pic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1738139-8AF9-4128-BB41-F35D6F37DB27}"/>
                </a:ext>
              </a:extLst>
            </p:cNvPr>
            <p:cNvSpPr/>
            <p:nvPr/>
          </p:nvSpPr>
          <p:spPr>
            <a:xfrm>
              <a:off x="1268681" y="3587875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B</a:t>
              </a:r>
              <a:endParaRPr lang="zh-TW" altLang="en-US" sz="12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5B6C8D9-96F8-4B04-A09C-996F100E3E25}"/>
                </a:ext>
              </a:extLst>
            </p:cNvPr>
            <p:cNvSpPr/>
            <p:nvPr/>
          </p:nvSpPr>
          <p:spPr>
            <a:xfrm>
              <a:off x="1268681" y="825162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A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882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88F5711-18B2-4D69-9F22-3506C5F944D3}"/>
              </a:ext>
            </a:extLst>
          </p:cNvPr>
          <p:cNvSpPr/>
          <p:nvPr/>
        </p:nvSpPr>
        <p:spPr>
          <a:xfrm>
            <a:off x="142788" y="213438"/>
            <a:ext cx="989091" cy="434235"/>
          </a:xfrm>
          <a:prstGeom prst="rect">
            <a:avLst/>
          </a:prstGeom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8" b="1" dirty="0"/>
              <a:t>fgfr2</a:t>
            </a:r>
            <a:endParaRPr lang="zh-TW" altLang="en-US" sz="1108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2ED633-9093-4DAB-BA2E-988662A02AB3}"/>
              </a:ext>
            </a:extLst>
          </p:cNvPr>
          <p:cNvSpPr/>
          <p:nvPr/>
        </p:nvSpPr>
        <p:spPr>
          <a:xfrm>
            <a:off x="142787" y="5340073"/>
            <a:ext cx="989091" cy="434235"/>
          </a:xfrm>
          <a:prstGeom prst="rect">
            <a:avLst/>
          </a:prstGeom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8" b="1" dirty="0"/>
              <a:t>fgfr1</a:t>
            </a:r>
            <a:endParaRPr lang="zh-TW" altLang="en-US" sz="1108" b="1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1B29A447-8D37-4B6C-BB59-DD5D20C4E522}"/>
              </a:ext>
            </a:extLst>
          </p:cNvPr>
          <p:cNvGrpSpPr/>
          <p:nvPr/>
        </p:nvGrpSpPr>
        <p:grpSpPr>
          <a:xfrm>
            <a:off x="979369" y="825162"/>
            <a:ext cx="4899260" cy="7491204"/>
            <a:chOff x="979369" y="825162"/>
            <a:chExt cx="4899260" cy="7491204"/>
          </a:xfrm>
        </p:grpSpPr>
        <p:pic>
          <p:nvPicPr>
            <p:cNvPr id="4" name="圖片 3" descr="一張含有 文字, 行, 繪圖, 圖表 的圖片&#10;&#10;AI 產生的內容可能不正確。">
              <a:extLst>
                <a:ext uri="{FF2B5EF4-FFF2-40B4-BE49-F238E27FC236}">
                  <a16:creationId xmlns:a16="http://schemas.microsoft.com/office/drawing/2014/main" id="{320BA0F8-E23E-48C6-A490-3EFE38F4B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9370" y="4892764"/>
              <a:ext cx="4899259" cy="3423602"/>
            </a:xfrm>
            <a:prstGeom prst="rect">
              <a:avLst/>
            </a:prstGeom>
          </p:spPr>
        </p:pic>
        <p:pic>
          <p:nvPicPr>
            <p:cNvPr id="7" name="圖片 6" descr="一張含有 文字, 行, 圖表, 繪圖 的圖片&#10;&#10;AI 產生的內容可能不正確。">
              <a:extLst>
                <a:ext uri="{FF2B5EF4-FFF2-40B4-BE49-F238E27FC236}">
                  <a16:creationId xmlns:a16="http://schemas.microsoft.com/office/drawing/2014/main" id="{D7B487A5-41AD-4DE5-AA28-316BDF9EA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9369" y="1151999"/>
              <a:ext cx="4899259" cy="3413928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ACFF73A-2A57-48CD-B557-C5090CDE484F}"/>
                </a:ext>
              </a:extLst>
            </p:cNvPr>
            <p:cNvSpPr/>
            <p:nvPr/>
          </p:nvSpPr>
          <p:spPr>
            <a:xfrm>
              <a:off x="979369" y="4518765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B</a:t>
              </a:r>
              <a:endParaRPr lang="zh-TW" altLang="en-US" sz="12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59AF937-4941-4BE3-B39D-F6882003D650}"/>
                </a:ext>
              </a:extLst>
            </p:cNvPr>
            <p:cNvSpPr/>
            <p:nvPr/>
          </p:nvSpPr>
          <p:spPr>
            <a:xfrm>
              <a:off x="979369" y="825162"/>
              <a:ext cx="187412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A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2187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">
            <a:extLst>
              <a:ext uri="{FF2B5EF4-FFF2-40B4-BE49-F238E27FC236}">
                <a16:creationId xmlns:a16="http://schemas.microsoft.com/office/drawing/2014/main" id="{2C3DCDAB-96CC-43E4-A37D-01959DFAA8E9}"/>
              </a:ext>
            </a:extLst>
          </p:cNvPr>
          <p:cNvSpPr txBox="1"/>
          <p:nvPr/>
        </p:nvSpPr>
        <p:spPr>
          <a:xfrm>
            <a:off x="-612417" y="10052764"/>
            <a:ext cx="1744296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da-DK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015_fgfr1/results/05_openmm/</a:t>
            </a:r>
            <a:r>
              <a:rPr lang="en-US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3_fgfr1_clean_minimized.pdb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FADBEE8D-0557-47CC-8D12-3DC20BE1B44F}"/>
              </a:ext>
            </a:extLst>
          </p:cNvPr>
          <p:cNvSpPr txBox="1"/>
          <p:nvPr/>
        </p:nvSpPr>
        <p:spPr>
          <a:xfrm>
            <a:off x="3801602" y="10063751"/>
            <a:ext cx="1770026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da-DK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015_fgfr1/results/05_openmm/</a:t>
            </a:r>
            <a:r>
              <a:rPr lang="en-US" altLang="zh-TW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4_membrane_no_water.pdb</a:t>
            </a:r>
            <a:endParaRPr lang="en-US" sz="90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E7002D1B-2887-4B0F-AE95-A48204001E40}"/>
              </a:ext>
            </a:extLst>
          </p:cNvPr>
          <p:cNvSpPr txBox="1"/>
          <p:nvPr/>
        </p:nvSpPr>
        <p:spPr>
          <a:xfrm>
            <a:off x="6968718" y="10067828"/>
            <a:ext cx="2700338" cy="415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da-DK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015_fgfr1/results/05_openmm/</a:t>
            </a:r>
          </a:p>
          <a:p>
            <a:r>
              <a:rPr lang="en-US" altLang="zh-TW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6_fgfr1_membrane_minimized_no_water.pdb</a:t>
            </a:r>
          </a:p>
          <a:p>
            <a:endParaRPr lang="en-US" sz="90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A409E34-C852-411B-A6D1-47DFDF05A384}"/>
              </a:ext>
            </a:extLst>
          </p:cNvPr>
          <p:cNvSpPr/>
          <p:nvPr/>
        </p:nvSpPr>
        <p:spPr>
          <a:xfrm>
            <a:off x="142788" y="213438"/>
            <a:ext cx="989091" cy="434235"/>
          </a:xfrm>
          <a:prstGeom prst="rect">
            <a:avLst/>
          </a:prstGeom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8" b="1" dirty="0"/>
              <a:t>fgfr2</a:t>
            </a:r>
            <a:endParaRPr lang="zh-TW" altLang="en-US" sz="1108" b="1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622331F-791A-4496-A7C6-AEF2D5D7C38F}"/>
              </a:ext>
            </a:extLst>
          </p:cNvPr>
          <p:cNvGrpSpPr/>
          <p:nvPr/>
        </p:nvGrpSpPr>
        <p:grpSpPr>
          <a:xfrm>
            <a:off x="278449" y="1021254"/>
            <a:ext cx="6337251" cy="7108684"/>
            <a:chOff x="278449" y="1021254"/>
            <a:chExt cx="6337251" cy="7108684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C3B4982D-08C3-4291-AC1D-257FD9EAA816}"/>
                </a:ext>
              </a:extLst>
            </p:cNvPr>
            <p:cNvGrpSpPr/>
            <p:nvPr/>
          </p:nvGrpSpPr>
          <p:grpSpPr>
            <a:xfrm>
              <a:off x="667423" y="6097328"/>
              <a:ext cx="5548555" cy="434235"/>
              <a:chOff x="533400" y="3324133"/>
              <a:chExt cx="17526000" cy="1371600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7AB938E5-7C54-485D-9C18-1413A24A104D}"/>
                  </a:ext>
                </a:extLst>
              </p:cNvPr>
              <p:cNvGrpSpPr/>
              <p:nvPr/>
            </p:nvGrpSpPr>
            <p:grpSpPr>
              <a:xfrm>
                <a:off x="533400" y="3324133"/>
                <a:ext cx="12725400" cy="1371600"/>
                <a:chOff x="-59669" y="3295566"/>
                <a:chExt cx="12725400" cy="1371600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0F6BCCB-6193-4D3A-ACB3-E19030F91B90}"/>
                    </a:ext>
                  </a:extLst>
                </p:cNvPr>
                <p:cNvGrpSpPr/>
                <p:nvPr/>
              </p:nvGrpSpPr>
              <p:grpSpPr>
                <a:xfrm>
                  <a:off x="4740931" y="3295566"/>
                  <a:ext cx="7924800" cy="1371600"/>
                  <a:chOff x="4432928" y="3295566"/>
                  <a:chExt cx="7924800" cy="1371600"/>
                </a:xfrm>
              </p:grpSpPr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975B4865-0E44-44A9-89A3-175FE2CB53E9}"/>
                      </a:ext>
                    </a:extLst>
                  </p:cNvPr>
                  <p:cNvSpPr/>
                  <p:nvPr/>
                </p:nvSpPr>
                <p:spPr>
                  <a:xfrm>
                    <a:off x="4432928" y="3295566"/>
                    <a:ext cx="3124200" cy="1371600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8" b="1" dirty="0"/>
                      <a:t>Membrane construction</a:t>
                    </a:r>
                    <a:endParaRPr lang="zh-TW" altLang="en-US" sz="1108" b="1" dirty="0"/>
                  </a:p>
                </p:txBody>
              </p:sp>
              <p:cxnSp>
                <p:nvCxnSpPr>
                  <p:cNvPr id="14" name="直線單箭頭接點 13">
                    <a:extLst>
                      <a:ext uri="{FF2B5EF4-FFF2-40B4-BE49-F238E27FC236}">
                        <a16:creationId xmlns:a16="http://schemas.microsoft.com/office/drawing/2014/main" id="{5BDDA5FB-69B7-4D32-A20A-ECDC57297A15}"/>
                      </a:ext>
                    </a:extLst>
                  </p:cNvPr>
                  <p:cNvCxnSpPr/>
                  <p:nvPr/>
                </p:nvCxnSpPr>
                <p:spPr>
                  <a:xfrm>
                    <a:off x="7545381" y="3981366"/>
                    <a:ext cx="1600200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774F3FDA-D93A-40B1-9766-A10BB42FDAB8}"/>
                      </a:ext>
                    </a:extLst>
                  </p:cNvPr>
                  <p:cNvSpPr/>
                  <p:nvPr/>
                </p:nvSpPr>
                <p:spPr>
                  <a:xfrm>
                    <a:off x="9233528" y="3295566"/>
                    <a:ext cx="3124200" cy="1371600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8" b="1" dirty="0"/>
                      <a:t>Coarse </a:t>
                    </a:r>
                    <a:r>
                      <a:rPr lang="en-US" altLang="zh-TW" sz="1108" b="1" dirty="0" err="1"/>
                      <a:t>Minimisation</a:t>
                    </a:r>
                    <a:endParaRPr lang="zh-TW" altLang="en-US" sz="1108" b="1" dirty="0"/>
                  </a:p>
                </p:txBody>
              </p:sp>
            </p:grp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E1A54C4-6F4C-438F-9331-25DC80563622}"/>
                    </a:ext>
                  </a:extLst>
                </p:cNvPr>
                <p:cNvSpPr/>
                <p:nvPr/>
              </p:nvSpPr>
              <p:spPr>
                <a:xfrm>
                  <a:off x="-59669" y="3295566"/>
                  <a:ext cx="3124200" cy="137160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8" b="1" dirty="0" err="1"/>
                    <a:t>Minimisation</a:t>
                  </a:r>
                  <a:endParaRPr lang="zh-TW" altLang="en-US" sz="1108" b="1" dirty="0"/>
                </a:p>
              </p:txBody>
            </p:sp>
            <p:cxnSp>
              <p:nvCxnSpPr>
                <p:cNvPr id="12" name="直線單箭頭接點 11">
                  <a:extLst>
                    <a:ext uri="{FF2B5EF4-FFF2-40B4-BE49-F238E27FC236}">
                      <a16:creationId xmlns:a16="http://schemas.microsoft.com/office/drawing/2014/main" id="{35EB406F-0107-4B37-8DF7-42DF061FA8F6}"/>
                    </a:ext>
                  </a:extLst>
                </p:cNvPr>
                <p:cNvCxnSpPr/>
                <p:nvPr/>
              </p:nvCxnSpPr>
              <p:spPr>
                <a:xfrm>
                  <a:off x="3052784" y="3981366"/>
                  <a:ext cx="16002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0757CEA4-7C11-4143-9541-8DDD5CA8DDB5}"/>
                  </a:ext>
                </a:extLst>
              </p:cNvPr>
              <p:cNvCxnSpPr/>
              <p:nvPr/>
            </p:nvCxnSpPr>
            <p:spPr>
              <a:xfrm>
                <a:off x="13247053" y="4009933"/>
                <a:ext cx="16002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E81DC6D-CE3D-472A-9477-6F0B35890DC3}"/>
                  </a:ext>
                </a:extLst>
              </p:cNvPr>
              <p:cNvSpPr/>
              <p:nvPr/>
            </p:nvSpPr>
            <p:spPr>
              <a:xfrm>
                <a:off x="14935201" y="3324133"/>
                <a:ext cx="3124199" cy="137160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/>
                  <a:t>Fine </a:t>
                </a:r>
                <a:r>
                  <a:rPr lang="en-US" altLang="zh-TW" sz="1108" b="1" dirty="0" err="1"/>
                  <a:t>Minimisation</a:t>
                </a:r>
                <a:endParaRPr lang="zh-TW" altLang="en-US" sz="1108" b="1" dirty="0"/>
              </a:p>
            </p:txBody>
          </p:sp>
        </p:grp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0FAE2AF0-F02F-4CA2-B7A4-8DF9AA7BF4AD}"/>
                </a:ext>
              </a:extLst>
            </p:cNvPr>
            <p:cNvCxnSpPr>
              <a:cxnSpLocks/>
            </p:cNvCxnSpPr>
            <p:nvPr/>
          </p:nvCxnSpPr>
          <p:spPr>
            <a:xfrm>
              <a:off x="2663439" y="6531141"/>
              <a:ext cx="143650" cy="150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8777CD62-057E-43F7-8219-29BD9997F709}"/>
                </a:ext>
              </a:extLst>
            </p:cNvPr>
            <p:cNvCxnSpPr>
              <a:cxnSpLocks/>
            </p:cNvCxnSpPr>
            <p:nvPr/>
          </p:nvCxnSpPr>
          <p:spPr>
            <a:xfrm>
              <a:off x="1176598" y="6534842"/>
              <a:ext cx="0" cy="1393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15D6262C-028B-4529-A49D-D82157DBAC6F}"/>
                </a:ext>
              </a:extLst>
            </p:cNvPr>
            <p:cNvCxnSpPr>
              <a:cxnSpLocks/>
            </p:cNvCxnSpPr>
            <p:nvPr/>
          </p:nvCxnSpPr>
          <p:spPr>
            <a:xfrm>
              <a:off x="5727861" y="6534842"/>
              <a:ext cx="0" cy="1393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4DD91085-560D-4F86-98CC-73BF1081779D}"/>
                </a:ext>
              </a:extLst>
            </p:cNvPr>
            <p:cNvGrpSpPr/>
            <p:nvPr/>
          </p:nvGrpSpPr>
          <p:grpSpPr>
            <a:xfrm>
              <a:off x="667423" y="1021254"/>
              <a:ext cx="4897936" cy="434235"/>
              <a:chOff x="667423" y="1021254"/>
              <a:chExt cx="4897936" cy="434235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F182A51-DBCE-437B-92CD-E461E3431BF3}"/>
                  </a:ext>
                </a:extLst>
              </p:cNvPr>
              <p:cNvSpPr/>
              <p:nvPr/>
            </p:nvSpPr>
            <p:spPr>
              <a:xfrm>
                <a:off x="4069662" y="1021254"/>
                <a:ext cx="989090" cy="43423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 err="1"/>
                  <a:t>ChimeraX</a:t>
                </a:r>
                <a:endParaRPr lang="zh-TW" altLang="en-US" sz="1108" b="1" dirty="0"/>
              </a:p>
            </p:txBody>
          </p:sp>
          <p:cxnSp>
            <p:nvCxnSpPr>
              <p:cNvPr id="37" name="直線單箭頭接點 36">
                <a:extLst>
                  <a:ext uri="{FF2B5EF4-FFF2-40B4-BE49-F238E27FC236}">
                    <a16:creationId xmlns:a16="http://schemas.microsoft.com/office/drawing/2014/main" id="{5D8AA4AB-B9B2-431D-AC59-53707FBBEEC9}"/>
                  </a:ext>
                </a:extLst>
              </p:cNvPr>
              <p:cNvCxnSpPr/>
              <p:nvPr/>
            </p:nvCxnSpPr>
            <p:spPr>
              <a:xfrm>
                <a:off x="5058752" y="1238372"/>
                <a:ext cx="5066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C4BC314-64C2-47EF-A629-13273D5860F4}"/>
                  </a:ext>
                </a:extLst>
              </p:cNvPr>
              <p:cNvSpPr/>
              <p:nvPr/>
            </p:nvSpPr>
            <p:spPr>
              <a:xfrm>
                <a:off x="667423" y="1021254"/>
                <a:ext cx="989090" cy="43423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/>
                  <a:t>Boltz2</a:t>
                </a:r>
                <a:endParaRPr lang="zh-TW" altLang="en-US" sz="1108" b="1" dirty="0"/>
              </a:p>
            </p:txBody>
          </p:sp>
          <p:cxnSp>
            <p:nvCxnSpPr>
              <p:cNvPr id="35" name="直線單箭頭接點 34">
                <a:extLst>
                  <a:ext uri="{FF2B5EF4-FFF2-40B4-BE49-F238E27FC236}">
                    <a16:creationId xmlns:a16="http://schemas.microsoft.com/office/drawing/2014/main" id="{BF97B7F1-2D71-45A8-836C-45B7AC67F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2794" y="1238371"/>
                <a:ext cx="225545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80A29765-E9CD-4BF8-8530-379D8817883F}"/>
                </a:ext>
              </a:extLst>
            </p:cNvPr>
            <p:cNvGrpSpPr/>
            <p:nvPr/>
          </p:nvGrpSpPr>
          <p:grpSpPr>
            <a:xfrm>
              <a:off x="2934454" y="3335094"/>
              <a:ext cx="1495698" cy="434235"/>
              <a:chOff x="4033940" y="1021254"/>
              <a:chExt cx="1495698" cy="434235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9B50FF33-669A-462A-8C61-8542BAB8C603}"/>
                  </a:ext>
                </a:extLst>
              </p:cNvPr>
              <p:cNvSpPr/>
              <p:nvPr/>
            </p:nvSpPr>
            <p:spPr>
              <a:xfrm>
                <a:off x="4033940" y="1021254"/>
                <a:ext cx="989091" cy="43423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 err="1"/>
                  <a:t>Biopython</a:t>
                </a:r>
                <a:endParaRPr lang="zh-TW" altLang="en-US" sz="1108" b="1" dirty="0"/>
              </a:p>
            </p:txBody>
          </p:sp>
          <p:cxnSp>
            <p:nvCxnSpPr>
              <p:cNvPr id="31" name="直線單箭頭接點 30">
                <a:extLst>
                  <a:ext uri="{FF2B5EF4-FFF2-40B4-BE49-F238E27FC236}">
                    <a16:creationId xmlns:a16="http://schemas.microsoft.com/office/drawing/2014/main" id="{B5564DB3-A833-4319-B535-507CFE797253}"/>
                  </a:ext>
                </a:extLst>
              </p:cNvPr>
              <p:cNvCxnSpPr/>
              <p:nvPr/>
            </p:nvCxnSpPr>
            <p:spPr>
              <a:xfrm>
                <a:off x="5023031" y="1238372"/>
                <a:ext cx="5066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84A43E8C-A3DE-4D6A-BD63-D2E32791A6E8}"/>
                </a:ext>
              </a:extLst>
            </p:cNvPr>
            <p:cNvCxnSpPr>
              <a:cxnSpLocks/>
            </p:cNvCxnSpPr>
            <p:nvPr/>
          </p:nvCxnSpPr>
          <p:spPr>
            <a:xfrm>
              <a:off x="1176598" y="1455489"/>
              <a:ext cx="0" cy="1393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2CB92D8F-D320-46C2-9394-A4A2253D4794}"/>
                </a:ext>
              </a:extLst>
            </p:cNvPr>
            <p:cNvCxnSpPr>
              <a:cxnSpLocks/>
            </p:cNvCxnSpPr>
            <p:nvPr/>
          </p:nvCxnSpPr>
          <p:spPr>
            <a:xfrm>
              <a:off x="4564207" y="1455489"/>
              <a:ext cx="0" cy="1393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直線單箭頭接點 51">
              <a:extLst>
                <a:ext uri="{FF2B5EF4-FFF2-40B4-BE49-F238E27FC236}">
                  <a16:creationId xmlns:a16="http://schemas.microsoft.com/office/drawing/2014/main" id="{F370E576-F84D-42C7-9371-41AC0103C1E3}"/>
                </a:ext>
              </a:extLst>
            </p:cNvPr>
            <p:cNvCxnSpPr>
              <a:cxnSpLocks/>
            </p:cNvCxnSpPr>
            <p:nvPr/>
          </p:nvCxnSpPr>
          <p:spPr>
            <a:xfrm>
              <a:off x="3429000" y="3769329"/>
              <a:ext cx="0" cy="1393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1B0B98B-D7AF-40C3-AC6F-DFF27BD9FF8C}"/>
                </a:ext>
              </a:extLst>
            </p:cNvPr>
            <p:cNvSpPr/>
            <p:nvPr/>
          </p:nvSpPr>
          <p:spPr>
            <a:xfrm>
              <a:off x="4490319" y="3329443"/>
              <a:ext cx="989091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108" b="1" dirty="0" err="1"/>
                <a:t>OpenMM</a:t>
              </a:r>
              <a:endParaRPr lang="zh-TW" altLang="en-US" sz="1108" b="1" dirty="0"/>
            </a:p>
          </p:txBody>
        </p:sp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CFA62D1C-D2F0-4B42-BFEA-FF2C4533B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449" y="1614557"/>
              <a:ext cx="1767037" cy="1443606"/>
            </a:xfrm>
            <a:prstGeom prst="rect">
              <a:avLst/>
            </a:prstGeom>
          </p:spPr>
        </p:pic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4FB9D43-EBD4-495A-B573-9B9B828C8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7924" y="1609677"/>
              <a:ext cx="4092566" cy="1442972"/>
            </a:xfrm>
            <a:prstGeom prst="rect">
              <a:avLst/>
            </a:prstGeom>
          </p:spPr>
        </p:pic>
        <p:pic>
          <p:nvPicPr>
            <p:cNvPr id="60" name="圖片 59">
              <a:extLst>
                <a:ext uri="{FF2B5EF4-FFF2-40B4-BE49-F238E27FC236}">
                  <a16:creationId xmlns:a16="http://schemas.microsoft.com/office/drawing/2014/main" id="{B332D27A-FEA5-49EB-897F-AC32F27AA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41701" y="3916249"/>
              <a:ext cx="3774597" cy="1427910"/>
            </a:xfrm>
            <a:prstGeom prst="rect">
              <a:avLst/>
            </a:prstGeom>
          </p:spPr>
        </p:pic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A09D2492-08A9-46E1-AED7-7F1EB4168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8449" y="6687512"/>
              <a:ext cx="2427747" cy="1427869"/>
            </a:xfrm>
            <a:prstGeom prst="rect">
              <a:avLst/>
            </a:prstGeom>
          </p:spPr>
        </p:pic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E8467FCE-1754-4F46-9FE3-BB3ECE958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07089" y="6687512"/>
              <a:ext cx="1919179" cy="1427869"/>
            </a:xfrm>
            <a:prstGeom prst="rect">
              <a:avLst/>
            </a:prstGeom>
          </p:spPr>
        </p:pic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D4A83247-2865-4113-8EF0-76938EB27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27161" y="6681927"/>
              <a:ext cx="1788539" cy="1448011"/>
            </a:xfrm>
            <a:prstGeom prst="rect">
              <a:avLst/>
            </a:prstGeom>
          </p:spPr>
        </p:pic>
        <p:sp>
          <p:nvSpPr>
            <p:cNvPr id="39" name="右大括弧 38">
              <a:extLst>
                <a:ext uri="{FF2B5EF4-FFF2-40B4-BE49-F238E27FC236}">
                  <a16:creationId xmlns:a16="http://schemas.microsoft.com/office/drawing/2014/main" id="{40E15F27-13C1-4FDA-B1BC-C223890524D5}"/>
                </a:ext>
              </a:extLst>
            </p:cNvPr>
            <p:cNvSpPr/>
            <p:nvPr/>
          </p:nvSpPr>
          <p:spPr>
            <a:xfrm rot="5400000" flipH="1" flipV="1">
              <a:off x="3368468" y="3200058"/>
              <a:ext cx="146467" cy="5548556"/>
            </a:xfrm>
            <a:prstGeom prst="righ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E324C8E-09AA-486E-B0CF-142785EBD0E8}"/>
                </a:ext>
              </a:extLst>
            </p:cNvPr>
            <p:cNvSpPr/>
            <p:nvPr/>
          </p:nvSpPr>
          <p:spPr>
            <a:xfrm>
              <a:off x="2931372" y="5519326"/>
              <a:ext cx="989091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108" b="1" dirty="0" err="1"/>
                <a:t>OpenMM</a:t>
              </a:r>
              <a:endParaRPr lang="zh-TW" altLang="en-US" sz="1108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60775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">
            <a:extLst>
              <a:ext uri="{FF2B5EF4-FFF2-40B4-BE49-F238E27FC236}">
                <a16:creationId xmlns:a16="http://schemas.microsoft.com/office/drawing/2014/main" id="{2C3DCDAB-96CC-43E4-A37D-01959DFAA8E9}"/>
              </a:ext>
            </a:extLst>
          </p:cNvPr>
          <p:cNvSpPr txBox="1"/>
          <p:nvPr/>
        </p:nvSpPr>
        <p:spPr>
          <a:xfrm>
            <a:off x="-612417" y="10052764"/>
            <a:ext cx="1744296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da-DK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015_fgfr1/results/05_openmm/</a:t>
            </a:r>
            <a:r>
              <a:rPr lang="en-US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3_fgfr1_clean_minimized.pdb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FADBEE8D-0557-47CC-8D12-3DC20BE1B44F}"/>
              </a:ext>
            </a:extLst>
          </p:cNvPr>
          <p:cNvSpPr txBox="1"/>
          <p:nvPr/>
        </p:nvSpPr>
        <p:spPr>
          <a:xfrm>
            <a:off x="3801602" y="10063751"/>
            <a:ext cx="1770026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da-DK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015_fgfr1/results/05_openmm/</a:t>
            </a:r>
            <a:r>
              <a:rPr lang="en-US" altLang="zh-TW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4_membrane_no_water.pdb</a:t>
            </a:r>
            <a:endParaRPr lang="en-US" sz="90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E7002D1B-2887-4B0F-AE95-A48204001E40}"/>
              </a:ext>
            </a:extLst>
          </p:cNvPr>
          <p:cNvSpPr txBox="1"/>
          <p:nvPr/>
        </p:nvSpPr>
        <p:spPr>
          <a:xfrm>
            <a:off x="6968718" y="10067828"/>
            <a:ext cx="2700338" cy="415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da-DK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015_fgfr1/results/05_openmm/</a:t>
            </a:r>
          </a:p>
          <a:p>
            <a:r>
              <a:rPr lang="en-US" altLang="zh-TW" sz="900" dirty="0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6_fgfr1_membrane_minimized_no_water.pdb</a:t>
            </a:r>
          </a:p>
          <a:p>
            <a:endParaRPr lang="en-US" sz="90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ABD79B2-F389-4A49-9607-178AB8E05E38}"/>
              </a:ext>
            </a:extLst>
          </p:cNvPr>
          <p:cNvSpPr/>
          <p:nvPr/>
        </p:nvSpPr>
        <p:spPr>
          <a:xfrm>
            <a:off x="142788" y="213438"/>
            <a:ext cx="989091" cy="434235"/>
          </a:xfrm>
          <a:prstGeom prst="rect">
            <a:avLst/>
          </a:prstGeom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8" b="1" dirty="0"/>
              <a:t>fgfr1</a:t>
            </a:r>
            <a:endParaRPr lang="zh-TW" altLang="en-US" sz="1108" b="1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E969BB47-CC59-4DA2-A17A-F84893753BC0}"/>
              </a:ext>
            </a:extLst>
          </p:cNvPr>
          <p:cNvGrpSpPr/>
          <p:nvPr/>
        </p:nvGrpSpPr>
        <p:grpSpPr>
          <a:xfrm>
            <a:off x="209557" y="1021254"/>
            <a:ext cx="6438886" cy="7177990"/>
            <a:chOff x="209557" y="1021254"/>
            <a:chExt cx="6438886" cy="7177990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C3B4982D-08C3-4291-AC1D-257FD9EAA816}"/>
                </a:ext>
              </a:extLst>
            </p:cNvPr>
            <p:cNvGrpSpPr/>
            <p:nvPr/>
          </p:nvGrpSpPr>
          <p:grpSpPr>
            <a:xfrm>
              <a:off x="667423" y="6171757"/>
              <a:ext cx="5548555" cy="434235"/>
              <a:chOff x="533400" y="3324133"/>
              <a:chExt cx="17526000" cy="1371600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7AB938E5-7C54-485D-9C18-1413A24A104D}"/>
                  </a:ext>
                </a:extLst>
              </p:cNvPr>
              <p:cNvGrpSpPr/>
              <p:nvPr/>
            </p:nvGrpSpPr>
            <p:grpSpPr>
              <a:xfrm>
                <a:off x="533400" y="3324133"/>
                <a:ext cx="12725400" cy="1371600"/>
                <a:chOff x="-59669" y="3295566"/>
                <a:chExt cx="12725400" cy="1371600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0F6BCCB-6193-4D3A-ACB3-E19030F91B90}"/>
                    </a:ext>
                  </a:extLst>
                </p:cNvPr>
                <p:cNvGrpSpPr/>
                <p:nvPr/>
              </p:nvGrpSpPr>
              <p:grpSpPr>
                <a:xfrm>
                  <a:off x="4740931" y="3295566"/>
                  <a:ext cx="7924800" cy="1371600"/>
                  <a:chOff x="4432928" y="3295566"/>
                  <a:chExt cx="7924800" cy="1371600"/>
                </a:xfrm>
              </p:grpSpPr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975B4865-0E44-44A9-89A3-175FE2CB53E9}"/>
                      </a:ext>
                    </a:extLst>
                  </p:cNvPr>
                  <p:cNvSpPr/>
                  <p:nvPr/>
                </p:nvSpPr>
                <p:spPr>
                  <a:xfrm>
                    <a:off x="4432928" y="3295566"/>
                    <a:ext cx="3124200" cy="1371600"/>
                  </a:xfrm>
                  <a:prstGeom prst="rect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8" b="1" dirty="0"/>
                      <a:t>Membrane construction</a:t>
                    </a:r>
                    <a:endParaRPr lang="zh-TW" altLang="en-US" sz="1108" b="1" dirty="0"/>
                  </a:p>
                </p:txBody>
              </p:sp>
              <p:cxnSp>
                <p:nvCxnSpPr>
                  <p:cNvPr id="14" name="直線單箭頭接點 13">
                    <a:extLst>
                      <a:ext uri="{FF2B5EF4-FFF2-40B4-BE49-F238E27FC236}">
                        <a16:creationId xmlns:a16="http://schemas.microsoft.com/office/drawing/2014/main" id="{5BDDA5FB-69B7-4D32-A20A-ECDC57297A15}"/>
                      </a:ext>
                    </a:extLst>
                  </p:cNvPr>
                  <p:cNvCxnSpPr/>
                  <p:nvPr/>
                </p:nvCxnSpPr>
                <p:spPr>
                  <a:xfrm>
                    <a:off x="7545381" y="3981366"/>
                    <a:ext cx="160020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774F3FDA-D93A-40B1-9766-A10BB42FDAB8}"/>
                      </a:ext>
                    </a:extLst>
                  </p:cNvPr>
                  <p:cNvSpPr/>
                  <p:nvPr/>
                </p:nvSpPr>
                <p:spPr>
                  <a:xfrm>
                    <a:off x="9233528" y="3295566"/>
                    <a:ext cx="3124200" cy="1371600"/>
                  </a:xfrm>
                  <a:prstGeom prst="rect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8" b="1" dirty="0"/>
                      <a:t>Coarse </a:t>
                    </a:r>
                    <a:r>
                      <a:rPr lang="en-US" altLang="zh-TW" sz="1108" b="1" dirty="0" err="1"/>
                      <a:t>Minimisation</a:t>
                    </a:r>
                    <a:endParaRPr lang="zh-TW" altLang="en-US" sz="1108" b="1" dirty="0"/>
                  </a:p>
                </p:txBody>
              </p:sp>
            </p:grp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E1A54C4-6F4C-438F-9331-25DC80563622}"/>
                    </a:ext>
                  </a:extLst>
                </p:cNvPr>
                <p:cNvSpPr/>
                <p:nvPr/>
              </p:nvSpPr>
              <p:spPr>
                <a:xfrm>
                  <a:off x="-59669" y="3295566"/>
                  <a:ext cx="3124200" cy="1371600"/>
                </a:xfrm>
                <a:prstGeom prst="rect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8" b="1" dirty="0" err="1"/>
                    <a:t>Minimisation</a:t>
                  </a:r>
                  <a:endParaRPr lang="zh-TW" altLang="en-US" sz="1108" b="1" dirty="0"/>
                </a:p>
              </p:txBody>
            </p:sp>
            <p:cxnSp>
              <p:nvCxnSpPr>
                <p:cNvPr id="12" name="直線單箭頭接點 11">
                  <a:extLst>
                    <a:ext uri="{FF2B5EF4-FFF2-40B4-BE49-F238E27FC236}">
                      <a16:creationId xmlns:a16="http://schemas.microsoft.com/office/drawing/2014/main" id="{35EB406F-0107-4B37-8DF7-42DF061FA8F6}"/>
                    </a:ext>
                  </a:extLst>
                </p:cNvPr>
                <p:cNvCxnSpPr/>
                <p:nvPr/>
              </p:nvCxnSpPr>
              <p:spPr>
                <a:xfrm>
                  <a:off x="3052784" y="3981366"/>
                  <a:ext cx="16002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0757CEA4-7C11-4143-9541-8DDD5CA8DDB5}"/>
                  </a:ext>
                </a:extLst>
              </p:cNvPr>
              <p:cNvCxnSpPr/>
              <p:nvPr/>
            </p:nvCxnSpPr>
            <p:spPr>
              <a:xfrm>
                <a:off x="13247053" y="4009933"/>
                <a:ext cx="16002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E81DC6D-CE3D-472A-9477-6F0B35890DC3}"/>
                  </a:ext>
                </a:extLst>
              </p:cNvPr>
              <p:cNvSpPr/>
              <p:nvPr/>
            </p:nvSpPr>
            <p:spPr>
              <a:xfrm>
                <a:off x="14935200" y="3324133"/>
                <a:ext cx="3124200" cy="13716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/>
                  <a:t>Fine </a:t>
                </a:r>
                <a:r>
                  <a:rPr lang="en-US" altLang="zh-TW" sz="1108" b="1" dirty="0" err="1"/>
                  <a:t>Minimisation</a:t>
                </a:r>
                <a:endParaRPr lang="zh-TW" altLang="en-US" sz="1108" b="1" dirty="0"/>
              </a:p>
            </p:txBody>
          </p:sp>
        </p:grp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0FAE2AF0-F02F-4CA2-B7A4-8DF9AA7BF4AD}"/>
                </a:ext>
              </a:extLst>
            </p:cNvPr>
            <p:cNvCxnSpPr>
              <a:cxnSpLocks/>
            </p:cNvCxnSpPr>
            <p:nvPr/>
          </p:nvCxnSpPr>
          <p:spPr>
            <a:xfrm>
              <a:off x="2681385" y="6609060"/>
              <a:ext cx="757907" cy="1697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8777CD62-057E-43F7-8219-29BD9997F709}"/>
                </a:ext>
              </a:extLst>
            </p:cNvPr>
            <p:cNvCxnSpPr>
              <a:cxnSpLocks/>
            </p:cNvCxnSpPr>
            <p:nvPr/>
          </p:nvCxnSpPr>
          <p:spPr>
            <a:xfrm>
              <a:off x="1176598" y="6609271"/>
              <a:ext cx="0" cy="1393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15D6262C-028B-4529-A49D-D82157DBAC6F}"/>
                </a:ext>
              </a:extLst>
            </p:cNvPr>
            <p:cNvCxnSpPr>
              <a:cxnSpLocks/>
            </p:cNvCxnSpPr>
            <p:nvPr/>
          </p:nvCxnSpPr>
          <p:spPr>
            <a:xfrm>
              <a:off x="5721431" y="6611299"/>
              <a:ext cx="0" cy="139366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4DD91085-560D-4F86-98CC-73BF1081779D}"/>
                </a:ext>
              </a:extLst>
            </p:cNvPr>
            <p:cNvGrpSpPr/>
            <p:nvPr/>
          </p:nvGrpSpPr>
          <p:grpSpPr>
            <a:xfrm>
              <a:off x="667423" y="1021254"/>
              <a:ext cx="4897936" cy="434235"/>
              <a:chOff x="667423" y="1021254"/>
              <a:chExt cx="4897936" cy="434235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F182A51-DBCE-437B-92CD-E461E3431BF3}"/>
                  </a:ext>
                </a:extLst>
              </p:cNvPr>
              <p:cNvSpPr/>
              <p:nvPr/>
            </p:nvSpPr>
            <p:spPr>
              <a:xfrm>
                <a:off x="4069662" y="1021254"/>
                <a:ext cx="989090" cy="43423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 err="1"/>
                  <a:t>ChimeraX</a:t>
                </a:r>
                <a:endParaRPr lang="zh-TW" altLang="en-US" sz="1108" b="1" dirty="0"/>
              </a:p>
            </p:txBody>
          </p:sp>
          <p:cxnSp>
            <p:nvCxnSpPr>
              <p:cNvPr id="37" name="直線單箭頭接點 36">
                <a:extLst>
                  <a:ext uri="{FF2B5EF4-FFF2-40B4-BE49-F238E27FC236}">
                    <a16:creationId xmlns:a16="http://schemas.microsoft.com/office/drawing/2014/main" id="{5D8AA4AB-B9B2-431D-AC59-53707FBBEEC9}"/>
                  </a:ext>
                </a:extLst>
              </p:cNvPr>
              <p:cNvCxnSpPr/>
              <p:nvPr/>
            </p:nvCxnSpPr>
            <p:spPr>
              <a:xfrm>
                <a:off x="5058752" y="1238372"/>
                <a:ext cx="50660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C4BC314-64C2-47EF-A629-13273D5860F4}"/>
                  </a:ext>
                </a:extLst>
              </p:cNvPr>
              <p:cNvSpPr/>
              <p:nvPr/>
            </p:nvSpPr>
            <p:spPr>
              <a:xfrm>
                <a:off x="667423" y="1021254"/>
                <a:ext cx="989090" cy="43423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/>
                  <a:t>Boltz2</a:t>
                </a:r>
                <a:endParaRPr lang="zh-TW" altLang="en-US" sz="1108" b="1" dirty="0"/>
              </a:p>
            </p:txBody>
          </p:sp>
          <p:cxnSp>
            <p:nvCxnSpPr>
              <p:cNvPr id="35" name="直線單箭頭接點 34">
                <a:extLst>
                  <a:ext uri="{FF2B5EF4-FFF2-40B4-BE49-F238E27FC236}">
                    <a16:creationId xmlns:a16="http://schemas.microsoft.com/office/drawing/2014/main" id="{BF97B7F1-2D71-45A8-836C-45B7AC67F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2794" y="1238371"/>
                <a:ext cx="225545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80A29765-E9CD-4BF8-8530-379D8817883F}"/>
                </a:ext>
              </a:extLst>
            </p:cNvPr>
            <p:cNvGrpSpPr/>
            <p:nvPr/>
          </p:nvGrpSpPr>
          <p:grpSpPr>
            <a:xfrm>
              <a:off x="2934454" y="3316197"/>
              <a:ext cx="1495698" cy="434235"/>
              <a:chOff x="4033940" y="1021254"/>
              <a:chExt cx="1495698" cy="434235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9B50FF33-669A-462A-8C61-8542BAB8C603}"/>
                  </a:ext>
                </a:extLst>
              </p:cNvPr>
              <p:cNvSpPr/>
              <p:nvPr/>
            </p:nvSpPr>
            <p:spPr>
              <a:xfrm>
                <a:off x="4033940" y="1021254"/>
                <a:ext cx="989091" cy="43423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8" b="1" dirty="0" err="1"/>
                  <a:t>Biopython</a:t>
                </a:r>
                <a:endParaRPr lang="zh-TW" altLang="en-US" sz="1108" b="1" dirty="0"/>
              </a:p>
            </p:txBody>
          </p:sp>
          <p:cxnSp>
            <p:nvCxnSpPr>
              <p:cNvPr id="31" name="直線單箭頭接點 30">
                <a:extLst>
                  <a:ext uri="{FF2B5EF4-FFF2-40B4-BE49-F238E27FC236}">
                    <a16:creationId xmlns:a16="http://schemas.microsoft.com/office/drawing/2014/main" id="{B5564DB3-A833-4319-B535-507CFE797253}"/>
                  </a:ext>
                </a:extLst>
              </p:cNvPr>
              <p:cNvCxnSpPr/>
              <p:nvPr/>
            </p:nvCxnSpPr>
            <p:spPr>
              <a:xfrm>
                <a:off x="5023031" y="1238372"/>
                <a:ext cx="50660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D17FB0D6-6FD8-4DB7-BDA3-D0DFF251F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864" y="1612093"/>
              <a:ext cx="1485467" cy="1421310"/>
            </a:xfrm>
            <a:prstGeom prst="rect">
              <a:avLst/>
            </a:prstGeom>
          </p:spPr>
        </p:pic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84A43E8C-A3DE-4D6A-BD63-D2E32791A6E8}"/>
                </a:ext>
              </a:extLst>
            </p:cNvPr>
            <p:cNvCxnSpPr>
              <a:cxnSpLocks/>
            </p:cNvCxnSpPr>
            <p:nvPr/>
          </p:nvCxnSpPr>
          <p:spPr>
            <a:xfrm>
              <a:off x="1176598" y="1455489"/>
              <a:ext cx="0" cy="1393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EA573E21-A96F-4D41-BD13-B45316F94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6310" y="1612092"/>
              <a:ext cx="3215793" cy="1422467"/>
            </a:xfrm>
            <a:prstGeom prst="rect">
              <a:avLst/>
            </a:prstGeom>
          </p:spPr>
        </p:pic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2CB92D8F-D320-46C2-9394-A4A2253D4794}"/>
                </a:ext>
              </a:extLst>
            </p:cNvPr>
            <p:cNvCxnSpPr>
              <a:cxnSpLocks/>
            </p:cNvCxnSpPr>
            <p:nvPr/>
          </p:nvCxnSpPr>
          <p:spPr>
            <a:xfrm>
              <a:off x="4564207" y="1455489"/>
              <a:ext cx="0" cy="1393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>
              <a:extLst>
                <a:ext uri="{FF2B5EF4-FFF2-40B4-BE49-F238E27FC236}">
                  <a16:creationId xmlns:a16="http://schemas.microsoft.com/office/drawing/2014/main" id="{F370E576-F84D-42C7-9371-41AC0103C1E3}"/>
                </a:ext>
              </a:extLst>
            </p:cNvPr>
            <p:cNvCxnSpPr>
              <a:cxnSpLocks/>
            </p:cNvCxnSpPr>
            <p:nvPr/>
          </p:nvCxnSpPr>
          <p:spPr>
            <a:xfrm>
              <a:off x="3429000" y="3750432"/>
              <a:ext cx="0" cy="1393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1B0B98B-D7AF-40C3-AC6F-DFF27BD9FF8C}"/>
                </a:ext>
              </a:extLst>
            </p:cNvPr>
            <p:cNvSpPr/>
            <p:nvPr/>
          </p:nvSpPr>
          <p:spPr>
            <a:xfrm>
              <a:off x="4490319" y="3310546"/>
              <a:ext cx="989091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108" b="1" dirty="0" err="1"/>
                <a:t>OpenMM</a:t>
              </a:r>
              <a:endParaRPr lang="zh-TW" altLang="en-US" sz="1108" b="1" dirty="0"/>
            </a:p>
          </p:txBody>
        </p:sp>
        <p:sp>
          <p:nvSpPr>
            <p:cNvPr id="49" name="右大括弧 48">
              <a:extLst>
                <a:ext uri="{FF2B5EF4-FFF2-40B4-BE49-F238E27FC236}">
                  <a16:creationId xmlns:a16="http://schemas.microsoft.com/office/drawing/2014/main" id="{E29907EE-ECF5-4077-9305-192532341919}"/>
                </a:ext>
              </a:extLst>
            </p:cNvPr>
            <p:cNvSpPr/>
            <p:nvPr/>
          </p:nvSpPr>
          <p:spPr>
            <a:xfrm rot="5400000" flipH="1" flipV="1">
              <a:off x="3355768" y="3267785"/>
              <a:ext cx="146467" cy="5548556"/>
            </a:xfrm>
            <a:prstGeom prst="righ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4EE7CFDD-47BA-4069-B002-BCD2443E0E04}"/>
                </a:ext>
              </a:extLst>
            </p:cNvPr>
            <p:cNvSpPr/>
            <p:nvPr/>
          </p:nvSpPr>
          <p:spPr>
            <a:xfrm>
              <a:off x="2918672" y="5587053"/>
              <a:ext cx="989091" cy="434235"/>
            </a:xfrm>
            <a:prstGeom prst="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108" b="1" dirty="0" err="1"/>
                <a:t>OpenMM</a:t>
              </a:r>
              <a:endParaRPr lang="zh-TW" altLang="en-US" sz="1108" b="1" dirty="0"/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6760D775-75B9-40E6-8DD2-DE49B800E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37820" y="3896234"/>
              <a:ext cx="2964930" cy="1412906"/>
            </a:xfrm>
            <a:prstGeom prst="rect">
              <a:avLst/>
            </a:prstGeom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FFBB7FCA-3FCD-4530-89A2-CD9676ABE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9557" y="6784835"/>
              <a:ext cx="3008518" cy="1414222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DC7F6D76-228E-427B-B99B-2499F6B52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39292" y="6785023"/>
              <a:ext cx="1518764" cy="1414221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3B58C9E0-5D38-47C4-9E1B-62B0849FE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79272" y="6784835"/>
              <a:ext cx="1469171" cy="14142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3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5900</TotalTime>
  <Words>388</Words>
  <Application>Microsoft Office PowerPoint</Application>
  <PresentationFormat>A4 紙張 (210x297 公釐)</PresentationFormat>
  <Paragraphs>98</Paragraphs>
  <Slides>7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Open Sans 2 Bold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佳妤 凃</dc:creator>
  <cp:lastModifiedBy>佳妤 凃</cp:lastModifiedBy>
  <cp:revision>1</cp:revision>
  <dcterms:created xsi:type="dcterms:W3CDTF">2026-06-21T11:19:46Z</dcterms:created>
  <dcterms:modified xsi:type="dcterms:W3CDTF">2026-07-08T11:19:33Z</dcterms:modified>
</cp:coreProperties>
</file>